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81" r:id="rId5"/>
    <p:sldId id="258" r:id="rId6"/>
    <p:sldId id="260" r:id="rId7"/>
    <p:sldId id="282" r:id="rId8"/>
    <p:sldId id="274" r:id="rId9"/>
    <p:sldId id="272" r:id="rId10"/>
    <p:sldId id="280" r:id="rId11"/>
    <p:sldId id="283" r:id="rId12"/>
    <p:sldId id="284" r:id="rId13"/>
    <p:sldId id="276" r:id="rId14"/>
    <p:sldId id="285" r:id="rId15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91CDFF-B9D1-47F7-0AD9-37827DE55E9B}" v="5" dt="2026-05-20T23:01:10.522"/>
    <p1510:client id="{8D372D90-C47C-C49B-942D-004C2420C989}" v="9" dt="2026-05-20T23:00:33.429"/>
    <p1510:client id="{9DB0A2EF-F640-4536-A94A-46E6F7FA3594}" v="1566" dt="2026-05-20T20:18:06.186"/>
    <p1510:client id="{CC48D1E0-131E-8CCF-C510-0AAC5214DB38}" v="5" dt="2026-05-20T13:37:02.726"/>
  </p1510:revLst>
</p1510:revInfo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-70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2" d="100"/>
          <a:sy n="102" d="100"/>
        </p:scale>
        <p:origin x="5178" y="1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0D802E2C-B7D8-04C8-C240-1A3E4E91E1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6171AFC-D318-FD5E-08E7-6BAF47EACD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8E75090B-3B4D-47F3-BF56-22C7DF24BC14}" type="datetime1">
              <a:rPr lang="fr-FR" smtClean="0"/>
              <a:t>20/05/2026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611FBEE-E86F-B722-5F1D-3ACBA8E486F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3672E68-1D54-CEDB-2E8C-3CA510A906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C805CF68-C9C2-4072-AAE6-9B71EFC0ED0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9028427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C3A6DA9C-E47B-4661-94AE-8B6808655724}" type="datetime1">
              <a:rPr lang="fr-FR" smtClean="0"/>
              <a:t>20/05/2026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 dirty="0"/>
              <a:t>Modifiez les styles du texte</a:t>
            </a:r>
          </a:p>
          <a:p>
            <a:pPr lvl="1" rtl="0"/>
            <a:r>
              <a:rPr lang="fr-FR" dirty="0"/>
              <a:t>Deuxième niveau</a:t>
            </a:r>
          </a:p>
          <a:p>
            <a:pPr lvl="2" rtl="0"/>
            <a:r>
              <a:rPr lang="fr-FR" dirty="0"/>
              <a:t>Troisième niveau</a:t>
            </a:r>
          </a:p>
          <a:p>
            <a:pPr lvl="3" rtl="0"/>
            <a:r>
              <a:rPr lang="fr-FR" dirty="0"/>
              <a:t>Quatrième niveau</a:t>
            </a:r>
          </a:p>
          <a:p>
            <a:pPr lvl="4" rtl="0"/>
            <a:r>
              <a:rPr lang="fr-FR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2CADD3C7-09A3-4FAE-BEB8-19FEF192607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342637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CADD3C7-09A3-4FAE-BEB8-19FEF1926070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7961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CADD3C7-09A3-4FAE-BEB8-19FEF1926070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60273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CADD3C7-09A3-4FAE-BEB8-19FEF1926070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5257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CADD3C7-09A3-4FAE-BEB8-19FEF1926070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2978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CADD3C7-09A3-4FAE-BEB8-19FEF1926070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8141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CADD3C7-09A3-4FAE-BEB8-19FEF1926070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802872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CADD3C7-09A3-4FAE-BEB8-19FEF1926070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14756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microsoft.com/office/2007/relationships/hdphoto" Target="../media/hdphoto3.wdp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microsoft.com/office/2007/relationships/hdphoto" Target="../media/hdphoto5.wdp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7.wdp"/><Relationship Id="rId4" Type="http://schemas.openxmlformats.org/officeDocument/2006/relationships/image" Target="../media/image1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que 11">
            <a:extLst>
              <a:ext uri="{FF2B5EF4-FFF2-40B4-BE49-F238E27FC236}">
                <a16:creationId xmlns:a16="http://schemas.microsoft.com/office/drawing/2014/main" id="{0E0F137D-A107-4C30-1807-F4F7054E25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5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-3352"/>
          <a:stretch/>
        </p:blipFill>
        <p:spPr>
          <a:xfrm>
            <a:off x="6634824" y="4335877"/>
            <a:ext cx="3617025" cy="2522123"/>
          </a:xfrm>
          <a:prstGeom prst="rect">
            <a:avLst/>
          </a:prstGeom>
        </p:spPr>
      </p:pic>
      <p:pic>
        <p:nvPicPr>
          <p:cNvPr id="10" name="Graphique 9">
            <a:extLst>
              <a:ext uri="{FF2B5EF4-FFF2-40B4-BE49-F238E27FC236}">
                <a16:creationId xmlns:a16="http://schemas.microsoft.com/office/drawing/2014/main" id="{4E9B0889-CF84-D54E-684F-B32B7C32F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2950" t="24936"/>
          <a:stretch/>
        </p:blipFill>
        <p:spPr>
          <a:xfrm>
            <a:off x="0" y="0"/>
            <a:ext cx="6136802" cy="5312533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1154954" y="295729"/>
            <a:ext cx="9219857" cy="5212442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 lang="fr-FR" sz="7200" cap="all" baseline="0" dirty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/>
              <a:t>Cliquez pour ajouter un titre</a:t>
            </a:r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D6AF80AB-FACE-F1B9-4849-8D42D0E99B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lang="fr-FR"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02111984F56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7B1614F1-AC58-23AB-10D3-AD1A2DB4EC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6BB60D03-E48F-E1A2-990A-3597EB2D6B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5222F77-B6AF-44BD-A0C1-7D63DECC8C0A}" type="datetime1">
              <a:rPr lang="fr-FR" smtClean="0"/>
              <a:t>20/05/2026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gramme"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80327" y="1063416"/>
            <a:ext cx="5393901" cy="1717884"/>
          </a:xfrm>
          <a:prstGeom prst="rect">
            <a:avLst/>
          </a:prstGeom>
        </p:spPr>
        <p:txBody>
          <a:bodyPr rtlCol="0" anchor="t"/>
          <a:lstStyle>
            <a:lvl1pPr algn="l">
              <a:lnSpc>
                <a:spcPct val="80000"/>
              </a:lnSpc>
              <a:defRPr lang="fr-FR" sz="3600" b="0" cap="all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80328" y="3048000"/>
            <a:ext cx="5415672" cy="2681600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fr-FR" sz="2000" cap="all" baseline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lang="fr-FR" sz="1200"/>
            </a:lvl2pPr>
            <a:lvl3pPr marL="914400" indent="0">
              <a:buNone/>
              <a:defRPr lang="fr-FR" sz="1000"/>
            </a:lvl3pPr>
            <a:lvl4pPr marL="1371600" indent="0">
              <a:buNone/>
              <a:defRPr lang="fr-FR" sz="900"/>
            </a:lvl4pPr>
            <a:lvl5pPr marL="1828800" indent="0">
              <a:buNone/>
              <a:defRPr lang="fr-FR" sz="900"/>
            </a:lvl5pPr>
            <a:lvl6pPr marL="2286000" indent="0">
              <a:buNone/>
              <a:defRPr lang="fr-FR" sz="900"/>
            </a:lvl6pPr>
            <a:lvl7pPr marL="2743200" indent="0">
              <a:buNone/>
              <a:defRPr lang="fr-FR" sz="900"/>
            </a:lvl7pPr>
            <a:lvl8pPr marL="3200400" indent="0">
              <a:buNone/>
              <a:defRPr lang="fr-FR" sz="900"/>
            </a:lvl8pPr>
            <a:lvl9pPr marL="3657600" indent="0">
              <a:buNone/>
              <a:defRPr lang="fr-FR" sz="900"/>
            </a:lvl9pPr>
          </a:lstStyle>
          <a:p>
            <a:pPr lvl="0" rtl="0"/>
            <a:r>
              <a:rPr lang="fr-FR"/>
              <a:t>Cliquez pour ajouter un sous-titre</a:t>
            </a:r>
          </a:p>
        </p:txBody>
      </p:sp>
      <p:sp>
        <p:nvSpPr>
          <p:cNvPr id="5" name="Espace réservé d’image 7">
            <a:extLst>
              <a:ext uri="{FF2B5EF4-FFF2-40B4-BE49-F238E27FC236}">
                <a16:creationId xmlns:a16="http://schemas.microsoft.com/office/drawing/2014/main" id="{DD6F9074-1B4E-5E8C-9535-C9F3DBCB0E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1688" y="1063415"/>
            <a:ext cx="3932462" cy="4666185"/>
          </a:xfrm>
          <a:ln w="19050">
            <a:solidFill>
              <a:schemeClr val="accent5"/>
            </a:solidFill>
          </a:ln>
        </p:spPr>
        <p:txBody>
          <a:bodyPr rtlCol="0"/>
          <a:lstStyle>
            <a:lvl1pPr marL="0" indent="0" algn="ctr">
              <a:buNone/>
              <a:defRPr lang="fr-FR" sz="1600"/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8E6962B4-C5C1-2C06-CDBB-3A833613E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lang="fr-FR"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02111984F56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6D0720ED-19EE-CA87-F4E1-BEB718D2D9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6" name="Espace réservé de la date 3">
            <a:extLst>
              <a:ext uri="{FF2B5EF4-FFF2-40B4-BE49-F238E27FC236}">
                <a16:creationId xmlns:a16="http://schemas.microsoft.com/office/drawing/2014/main" id="{AAABE175-2F64-B079-5725-D1B3F6E71D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8007F0A-8AEB-4647-B290-6757EDFEBE54}" type="datetime1">
              <a:rPr lang="fr-FR" smtClean="0"/>
              <a:t>20/05/2026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+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342B6A54-B30C-D556-D0DE-A74838C4B2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115070"/>
            <a:ext cx="9888569" cy="574293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154956" y="898072"/>
            <a:ext cx="8825657" cy="4174584"/>
          </a:xfrm>
          <a:prstGeom prst="rect">
            <a:avLst/>
          </a:prstGeom>
        </p:spPr>
        <p:txBody>
          <a:bodyPr rtlCol="0" anchor="b"/>
          <a:lstStyle>
            <a:lvl1pPr algn="l">
              <a:defRPr lang="fr-FR" sz="6000" b="0" cap="all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54955" y="5273202"/>
            <a:ext cx="8825658" cy="530697"/>
          </a:xfrm>
        </p:spPr>
        <p:txBody>
          <a:bodyPr rtlCol="0" anchor="ctr"/>
          <a:lstStyle>
            <a:lvl1pPr marL="0" indent="0" algn="l">
              <a:buNone/>
              <a:defRPr lang="fr-FR" sz="2000" cap="all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lang="fr-FR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fr-FR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fr-FR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fr-FR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fr-FR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fr-FR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fr-FR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/>
              <a:t>Cliquez pour ajouter un sous-titre</a:t>
            </a:r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5C8BEA0D-8FFB-EFAC-0692-8DF5DE597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lang="fr-FR"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02111984F56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E487BC-BC8A-54BD-C419-2D05ED6AA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076BF7-B63F-0888-5F54-CD72867FB3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5C7A0DAD-6176-4A55-822C-0001E20E7BBE}" type="datetime1">
              <a:rPr lang="fr-FR" smtClean="0"/>
              <a:t>20/05/2026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91D9EB9-82A1-C618-9290-18D7FE005A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3210" y="0"/>
            <a:ext cx="10685580" cy="685800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71255" y="854528"/>
            <a:ext cx="9309359" cy="1653180"/>
          </a:xfrm>
          <a:prstGeom prst="rect">
            <a:avLst/>
          </a:prstGeom>
        </p:spPr>
        <p:txBody>
          <a:bodyPr rtlCol="0" anchor="b"/>
          <a:lstStyle>
            <a:lvl1pPr algn="l">
              <a:defRPr lang="fr-FR" sz="3600" b="0" cap="all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148E7A19-538F-105E-346C-E5F13C4F28D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71513" y="2754313"/>
            <a:ext cx="8281987" cy="3704853"/>
          </a:xfrm>
        </p:spPr>
        <p:txBody>
          <a:bodyPr rtlCol="0"/>
          <a:lstStyle>
            <a:lvl1pPr marL="0" indent="0">
              <a:buClr>
                <a:schemeClr val="accent5"/>
              </a:buClr>
              <a:buFont typeface="Arial" panose="020B0604020202020204" pitchFamily="34" charset="0"/>
              <a:buNone/>
              <a:defRPr lang="fr-FR" sz="1800">
                <a:latin typeface="+mn-lt"/>
              </a:defRPr>
            </a:lvl1pPr>
            <a:lvl2pPr marL="742950" indent="-285750">
              <a:buClr>
                <a:schemeClr val="accent5"/>
              </a:buClr>
              <a:buFont typeface="Arial" panose="020B0604020202020204" pitchFamily="34" charset="0"/>
              <a:buChar char="•"/>
              <a:defRPr lang="fr-FR" sz="1600">
                <a:latin typeface="+mn-lt"/>
              </a:defRPr>
            </a:lvl2pPr>
            <a:lvl3pPr marL="1200150" indent="-285750">
              <a:buClr>
                <a:schemeClr val="accent5"/>
              </a:buClr>
              <a:buFont typeface="Arial" panose="020B0604020202020204" pitchFamily="34" charset="0"/>
              <a:buChar char="•"/>
              <a:defRPr lang="fr-FR" sz="1400">
                <a:latin typeface="+mn-lt"/>
              </a:defRPr>
            </a:lvl3pPr>
            <a:lvl4pPr marL="1543050" indent="-171450">
              <a:buClr>
                <a:schemeClr val="accent5"/>
              </a:buClr>
              <a:buFont typeface="Arial" panose="020B0604020202020204" pitchFamily="34" charset="0"/>
              <a:buChar char="•"/>
              <a:defRPr lang="fr-FR" sz="1200">
                <a:latin typeface="+mn-lt"/>
              </a:defRPr>
            </a:lvl4pPr>
            <a:lvl5pPr marL="2000250" indent="-171450">
              <a:buClr>
                <a:schemeClr val="accent5"/>
              </a:buClr>
              <a:buFont typeface="Arial" panose="020B0604020202020204" pitchFamily="34" charset="0"/>
              <a:buChar char="•"/>
              <a:defRPr lang="fr-FR" sz="1200">
                <a:latin typeface="+mn-lt"/>
              </a:defRPr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D45F7BDA-B43D-4F75-1B2C-695379E057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lang="fr-FR"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02111984F56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C25B1EB8-4F24-00EB-0B8F-08411FD49C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5C9AE200-BA9A-95A3-1949-71A16F89FC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65C5E07E-BE7E-403A-AF58-ABA303BD5DCA}" type="datetime1">
              <a:rPr lang="fr-FR" smtClean="0"/>
              <a:t>20/05/2026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29466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la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que 6">
            <a:extLst>
              <a:ext uri="{FF2B5EF4-FFF2-40B4-BE49-F238E27FC236}">
                <a16:creationId xmlns:a16="http://schemas.microsoft.com/office/drawing/2014/main" id="{D364E0E9-423E-A1E7-E8AF-3641993CD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5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67256" y="847398"/>
            <a:ext cx="2578130" cy="259086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EFAC4E4-FABB-B671-BAE1-2B39A205F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5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76700" cy="324485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D4D362D-3D74-9753-19E0-60569A7EA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alphaModFix amt="7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61614" y="5267294"/>
            <a:ext cx="1794306" cy="1590706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154956" y="1063416"/>
            <a:ext cx="8825657" cy="4009239"/>
          </a:xfrm>
          <a:prstGeom prst="rect">
            <a:avLst/>
          </a:prstGeom>
        </p:spPr>
        <p:txBody>
          <a:bodyPr rtlCol="0" anchor="b"/>
          <a:lstStyle>
            <a:lvl1pPr algn="l">
              <a:defRPr lang="fr-FR" sz="6000" b="0" cap="all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54955" y="5273202"/>
            <a:ext cx="8825658" cy="530697"/>
          </a:xfrm>
        </p:spPr>
        <p:txBody>
          <a:bodyPr rtlCol="0" anchor="ctr"/>
          <a:lstStyle>
            <a:lvl1pPr marL="0" indent="0" algn="l">
              <a:buNone/>
              <a:defRPr lang="fr-FR" sz="2000" cap="all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lang="fr-FR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fr-FR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fr-FR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fr-FR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fr-FR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fr-FR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fr-FR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/>
              <a:t>Cliquez pour ajouter un sous-titre</a:t>
            </a:r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5C8BEA0D-8FFB-EFAC-0692-8DF5DE597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lang="fr-FR"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02111984F56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86D8D262-64DE-D942-D418-1876799423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8" name="Espace réservé de la date 3">
            <a:extLst>
              <a:ext uri="{FF2B5EF4-FFF2-40B4-BE49-F238E27FC236}">
                <a16:creationId xmlns:a16="http://schemas.microsoft.com/office/drawing/2014/main" id="{B70F63B5-8303-CB73-3AF8-1FED6C8CBA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74EF0CF-A8CB-4620-A952-B612FCD55D0F}" type="datetime1">
              <a:rPr lang="fr-FR" smtClean="0"/>
              <a:t>20/05/2026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3671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46111" y="601662"/>
            <a:ext cx="10225089" cy="1251585"/>
          </a:xfrm>
          <a:prstGeom prst="rect">
            <a:avLst/>
          </a:prstGeom>
        </p:spPr>
        <p:txBody>
          <a:bodyPr rtlCol="0" anchor="ctr"/>
          <a:lstStyle>
            <a:lvl1pPr>
              <a:defRPr lang="fr-FR" sz="3600" cap="all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46111" y="2256937"/>
            <a:ext cx="10225090" cy="1612934"/>
          </a:xfrm>
        </p:spPr>
        <p:txBody>
          <a:bodyPr rtlCol="0">
            <a:normAutofit/>
          </a:bodyPr>
          <a:lstStyle>
            <a:lvl1pPr marL="0" indent="0">
              <a:buClr>
                <a:schemeClr val="accent5"/>
              </a:buClr>
              <a:buSzPct val="100000"/>
              <a:buFont typeface="Arial" panose="020B0604020202020204" pitchFamily="34" charset="0"/>
              <a:buNone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742950" indent="-28575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11430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16002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20574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5pPr>
            <a:lvl6pPr>
              <a:defRPr lang="fr-FR" sz="1200"/>
            </a:lvl6pPr>
            <a:lvl7pPr>
              <a:defRPr lang="fr-FR" sz="1200"/>
            </a:lvl7pPr>
            <a:lvl8pPr>
              <a:defRPr lang="fr-FR" sz="1200"/>
            </a:lvl8pPr>
            <a:lvl9pPr>
              <a:defRPr lang="fr-FR" sz="1200"/>
            </a:lvl9pPr>
          </a:lstStyle>
          <a:p>
            <a:pPr marL="342900" marR="0" lvl="0" indent="-342900" algn="l" defTabSz="457200" rtl="0" eaLnBrk="1" fontAlgn="auto" latinLnBrk="0" hangingPunct="1">
              <a:lnSpc>
                <a:spcPts val="2400"/>
              </a:lnSpc>
              <a:spcBef>
                <a:spcPts val="1000"/>
              </a:spcBef>
              <a:spcAft>
                <a:spcPts val="600"/>
              </a:spcAft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tabLst/>
              <a:defRPr lang="fr-FR"/>
            </a:pPr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46111" y="4370613"/>
            <a:ext cx="10225089" cy="2185829"/>
          </a:xfrm>
        </p:spPr>
        <p:txBody>
          <a:bodyPr rtlCol="0">
            <a:normAutofit/>
          </a:bodyPr>
          <a:lstStyle>
            <a:lvl1pPr marL="342900" indent="-3429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742950" indent="-28575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11430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16002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20574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5pPr>
            <a:lvl6pPr>
              <a:defRPr lang="fr-FR" sz="1200"/>
            </a:lvl6pPr>
            <a:lvl7pPr>
              <a:defRPr lang="fr-FR" sz="1200"/>
            </a:lvl7pPr>
            <a:lvl8pPr>
              <a:defRPr lang="fr-FR" sz="1200"/>
            </a:lvl8pPr>
            <a:lvl9pPr>
              <a:defRPr lang="fr-FR" sz="1200"/>
            </a:lvl9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CC0FB981-7729-AE9A-8F6A-B6F87A647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lang="fr-FR"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02111984F56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D2B015-E048-DF96-2AE2-926E178F13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47545F95-B059-079A-0269-07D99C073E33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A86F372-F30E-4F1B-A3DE-11431892DD51}" type="datetime1">
              <a:rPr lang="fr-FR" smtClean="0"/>
              <a:t>20/05/2026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72040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Contenu +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44922" y="1063415"/>
            <a:ext cx="5897391" cy="1971613"/>
          </a:xfrm>
          <a:prstGeom prst="rect">
            <a:avLst/>
          </a:prstGeom>
        </p:spPr>
        <p:txBody>
          <a:bodyPr lIns="0" rIns="0" rtlCol="0" anchor="t">
            <a:noAutofit/>
          </a:bodyPr>
          <a:lstStyle>
            <a:lvl1pPr algn="l">
              <a:lnSpc>
                <a:spcPct val="80000"/>
              </a:lnSpc>
              <a:defRPr lang="fr-FR" sz="3600" b="0" cap="all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956572C7-BE6B-5F13-DC52-EDC4CE8F41D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44525" y="3035029"/>
            <a:ext cx="5897563" cy="2759345"/>
          </a:xfrm>
        </p:spPr>
        <p:txBody>
          <a:bodyPr rtlCol="0" anchor="b"/>
          <a:lstStyle>
            <a:lvl1pPr marL="283464" indent="-283464">
              <a:buClr>
                <a:schemeClr val="accent5"/>
              </a:buClr>
              <a:defRPr lang="fr-FR" sz="1800">
                <a:latin typeface="+mn-lt"/>
              </a:defRPr>
            </a:lvl1pPr>
            <a:lvl2pPr>
              <a:buClr>
                <a:schemeClr val="accent5"/>
              </a:buClr>
              <a:defRPr lang="fr-FR" sz="1600">
                <a:latin typeface="+mn-lt"/>
              </a:defRPr>
            </a:lvl2pPr>
            <a:lvl3pPr>
              <a:buClr>
                <a:schemeClr val="accent5"/>
              </a:buClr>
              <a:defRPr lang="fr-FR" sz="1400">
                <a:latin typeface="+mn-lt"/>
              </a:defRPr>
            </a:lvl3pPr>
            <a:lvl4pPr>
              <a:buClr>
                <a:schemeClr val="accent5"/>
              </a:buClr>
              <a:defRPr lang="fr-FR" sz="1200">
                <a:latin typeface="+mn-lt"/>
              </a:defRPr>
            </a:lvl4pPr>
            <a:lvl5pPr>
              <a:buClr>
                <a:schemeClr val="accent5"/>
              </a:buClr>
              <a:defRPr lang="fr-FR" sz="1200">
                <a:latin typeface="+mn-lt"/>
              </a:defRPr>
            </a:lvl5pPr>
          </a:lstStyle>
          <a:p>
            <a:pPr lvl="0" rtl="0"/>
            <a:r>
              <a:rPr lang="fr-FR" dirty="0"/>
              <a:t>Cliquez pour ajouter du contenu</a:t>
            </a:r>
          </a:p>
          <a:p>
            <a:pPr lvl="1" rtl="0"/>
            <a:r>
              <a:rPr lang="fr-FR" dirty="0"/>
              <a:t>Deuxième niveau</a:t>
            </a:r>
          </a:p>
          <a:p>
            <a:pPr lvl="2" rtl="0"/>
            <a:r>
              <a:rPr lang="fr-FR" dirty="0"/>
              <a:t>Troisième niveau</a:t>
            </a:r>
          </a:p>
          <a:p>
            <a:pPr lvl="3" rtl="0"/>
            <a:r>
              <a:rPr lang="fr-FR" dirty="0"/>
              <a:t>Quatrième niveau</a:t>
            </a:r>
          </a:p>
          <a:p>
            <a:pPr lvl="4" rtl="0"/>
            <a:r>
              <a:rPr lang="fr-FR" dirty="0"/>
              <a:t>Cinquième niveau</a:t>
            </a:r>
          </a:p>
        </p:txBody>
      </p:sp>
      <p:sp>
        <p:nvSpPr>
          <p:cNvPr id="8" name="Espace réservé d’image 7">
            <a:extLst>
              <a:ext uri="{FF2B5EF4-FFF2-40B4-BE49-F238E27FC236}">
                <a16:creationId xmlns:a16="http://schemas.microsoft.com/office/drawing/2014/main" id="{934F55F0-22D4-40B0-49A9-AB4AF26B658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32625" y="1063625"/>
            <a:ext cx="3824288" cy="4730750"/>
          </a:xfrm>
          <a:ln w="19050">
            <a:solidFill>
              <a:schemeClr val="accent5"/>
            </a:solidFill>
          </a:ln>
        </p:spPr>
        <p:txBody>
          <a:bodyPr rtlCol="0"/>
          <a:lstStyle>
            <a:lvl1pPr marL="0" indent="0" algn="ctr">
              <a:buNone/>
              <a:defRPr lang="fr-FR" sz="1800"/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F8699564-CACA-76F2-01D1-D84D99A683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lang="fr-FR"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02111984F56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218FAB-ACF2-EAE6-83C7-5D92BAE57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C697C765-F4EE-7492-92E7-E22B8E9CCA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76131C2-CD09-4ECC-AC3C-B0299099776B}" type="datetime1">
              <a:rPr lang="fr-FR" smtClean="0"/>
              <a:t>20/05/2026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lonn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46111" y="601662"/>
            <a:ext cx="10225089" cy="1251585"/>
          </a:xfrm>
          <a:prstGeom prst="rect">
            <a:avLst/>
          </a:prstGeom>
        </p:spPr>
        <p:txBody>
          <a:bodyPr rtlCol="0" anchor="ctr"/>
          <a:lstStyle>
            <a:lvl1pPr>
              <a:defRPr lang="fr-FR" sz="3600" cap="all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46111" y="2149928"/>
            <a:ext cx="4926096" cy="4028585"/>
          </a:xfrm>
        </p:spPr>
        <p:txBody>
          <a:bodyPr rtlCol="0">
            <a:normAutofit/>
          </a:bodyPr>
          <a:lstStyle>
            <a:lvl1pPr marL="0" indent="0">
              <a:buClr>
                <a:schemeClr val="accent5"/>
              </a:buClr>
              <a:buSzPct val="100000"/>
              <a:buFont typeface="Arial" panose="020B0604020202020204" pitchFamily="34" charset="0"/>
              <a:buNone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742950" indent="-28575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11430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16002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20574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5pPr>
            <a:lvl6pPr>
              <a:defRPr lang="fr-FR" sz="1200"/>
            </a:lvl6pPr>
            <a:lvl7pPr>
              <a:defRPr lang="fr-FR" sz="1200"/>
            </a:lvl7pPr>
            <a:lvl8pPr>
              <a:defRPr lang="fr-FR" sz="1200"/>
            </a:lvl8pPr>
            <a:lvl9pPr>
              <a:defRPr lang="fr-FR" sz="1200"/>
            </a:lvl9pPr>
          </a:lstStyle>
          <a:p>
            <a:pPr marL="342900" marR="0" lvl="0" indent="-342900" algn="l" defTabSz="457200" rtl="0" eaLnBrk="1" fontAlgn="auto" latinLnBrk="0" hangingPunct="1">
              <a:lnSpc>
                <a:spcPts val="2400"/>
              </a:lnSpc>
              <a:spcBef>
                <a:spcPts val="1000"/>
              </a:spcBef>
              <a:spcAft>
                <a:spcPts val="600"/>
              </a:spcAft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tabLst/>
              <a:defRPr lang="fr-FR"/>
            </a:pPr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5945103" y="2149892"/>
            <a:ext cx="4926097" cy="4028622"/>
          </a:xfrm>
        </p:spPr>
        <p:txBody>
          <a:bodyPr rtlCol="0">
            <a:normAutofit/>
          </a:bodyPr>
          <a:lstStyle>
            <a:lvl1pPr marL="342900" indent="-3429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742950" indent="-28575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11430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16002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20574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5pPr>
            <a:lvl6pPr>
              <a:defRPr lang="fr-FR" sz="1200"/>
            </a:lvl6pPr>
            <a:lvl7pPr>
              <a:defRPr lang="fr-FR" sz="1200"/>
            </a:lvl7pPr>
            <a:lvl8pPr>
              <a:defRPr lang="fr-FR" sz="1200"/>
            </a:lvl8pPr>
            <a:lvl9pPr>
              <a:defRPr lang="fr-FR" sz="1200"/>
            </a:lvl9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CC0FB981-7729-AE9A-8F6A-B6F87A647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lang="fr-FR"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02111984F56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D2B015-E048-DF96-2AE2-926E178F13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47545F95-B059-079A-0269-07D99C073E33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578FDE14-D03C-4626-8757-B99D826867FD}" type="datetime1">
              <a:rPr lang="fr-FR" smtClean="0"/>
              <a:t>20/05/2026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23511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+ Tableau"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46111" y="609600"/>
            <a:ext cx="10238392" cy="1243648"/>
          </a:xfrm>
          <a:prstGeom prst="rect">
            <a:avLst/>
          </a:prstGeom>
        </p:spPr>
        <p:txBody>
          <a:bodyPr rtlCol="0" anchor="ctr"/>
          <a:lstStyle>
            <a:lvl1pPr>
              <a:defRPr lang="fr-FR" sz="3600" cap="all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56F53C0-C8E9-17B4-1C4C-1AD5D52877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6112" y="2035175"/>
            <a:ext cx="3120346" cy="4213225"/>
          </a:xfrm>
        </p:spPr>
        <p:txBody>
          <a:bodyPr rtlCol="0"/>
          <a:lstStyle>
            <a:lvl1pPr>
              <a:buClr>
                <a:schemeClr val="accent5"/>
              </a:buClr>
              <a:defRPr lang="fr-FR" sz="1800">
                <a:latin typeface="+mn-lt"/>
              </a:defRPr>
            </a:lvl1pPr>
            <a:lvl2pPr>
              <a:buClr>
                <a:schemeClr val="accent5"/>
              </a:buClr>
              <a:defRPr lang="fr-FR" sz="1800">
                <a:latin typeface="+mn-lt"/>
              </a:defRPr>
            </a:lvl2pPr>
            <a:lvl3pPr>
              <a:buClr>
                <a:schemeClr val="accent5"/>
              </a:buClr>
              <a:defRPr lang="fr-FR" sz="1800">
                <a:latin typeface="+mn-lt"/>
              </a:defRPr>
            </a:lvl3pPr>
            <a:lvl4pPr>
              <a:buClr>
                <a:schemeClr val="accent5"/>
              </a:buClr>
              <a:defRPr lang="fr-FR" sz="1800">
                <a:latin typeface="+mn-lt"/>
              </a:defRPr>
            </a:lvl4pPr>
            <a:lvl5pPr>
              <a:buClr>
                <a:schemeClr val="accent5"/>
              </a:buClr>
              <a:defRPr lang="fr-FR" sz="1800">
                <a:latin typeface="+mn-lt"/>
              </a:defRPr>
            </a:lvl5pPr>
          </a:lstStyle>
          <a:p>
            <a:pPr lvl="0" rtl="0"/>
            <a:r>
              <a:rPr lang="fr-FR" dirty="0"/>
              <a:t>Cliquez pour ajouter du contenu</a:t>
            </a:r>
          </a:p>
          <a:p>
            <a:pPr lvl="1" rtl="0"/>
            <a:r>
              <a:rPr lang="fr-FR" dirty="0"/>
              <a:t>Deuxième niveau</a:t>
            </a:r>
          </a:p>
          <a:p>
            <a:pPr lvl="2" rtl="0"/>
            <a:r>
              <a:rPr lang="fr-FR" dirty="0"/>
              <a:t>Troisième niveau</a:t>
            </a:r>
          </a:p>
          <a:p>
            <a:pPr lvl="3" rtl="0"/>
            <a:r>
              <a:rPr lang="fr-FR" dirty="0"/>
              <a:t>Quatrième niveau</a:t>
            </a:r>
          </a:p>
          <a:p>
            <a:pPr lvl="4" rtl="0"/>
            <a:r>
              <a:rPr lang="fr-FR" dirty="0"/>
              <a:t>Cinquième niveau</a:t>
            </a:r>
          </a:p>
        </p:txBody>
      </p:sp>
      <p:sp>
        <p:nvSpPr>
          <p:cNvPr id="7" name="Espace réservé au tableau 6">
            <a:extLst>
              <a:ext uri="{FF2B5EF4-FFF2-40B4-BE49-F238E27FC236}">
                <a16:creationId xmlns:a16="http://schemas.microsoft.com/office/drawing/2014/main" id="{8203FD85-4B08-E583-F5AA-2C363470F493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3967163" y="2035175"/>
            <a:ext cx="6926262" cy="4213225"/>
          </a:xfrm>
        </p:spPr>
        <p:txBody>
          <a:bodyPr rtlCol="0"/>
          <a:lstStyle>
            <a:lvl1pPr>
              <a:buClr>
                <a:schemeClr val="accent5"/>
              </a:buClr>
              <a:defRPr lang="fr-FR"/>
            </a:lvl1pPr>
          </a:lstStyle>
          <a:p>
            <a:pPr rtl="0"/>
            <a:r>
              <a:rPr lang="fr-FR"/>
              <a:t>Cliquez sur l'icône pour ajouter un tableau</a:t>
            </a:r>
            <a:endParaRPr lang="fr-FR" dirty="0"/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CAF87D01-09AC-BFDF-523E-9A386E3D5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lang="fr-FR"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02111984F56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0305BA-BC81-56ED-E20B-2D5D41E695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19852A62-9FCC-F35D-576B-3A9CF7D906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FCDC4F8-BA0F-4351-96BE-AE627B5DEBC1}" type="datetime1">
              <a:rPr lang="fr-FR" smtClean="0"/>
              <a:t>20/05/2026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5653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"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46111" y="609600"/>
            <a:ext cx="10238392" cy="1243648"/>
          </a:xfrm>
          <a:prstGeom prst="rect">
            <a:avLst/>
          </a:prstGeom>
        </p:spPr>
        <p:txBody>
          <a:bodyPr rtlCol="0" anchor="ctr"/>
          <a:lstStyle>
            <a:lvl1pPr>
              <a:defRPr lang="fr-FR" sz="3600" cap="all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6" name="Espace réservé du tableau 5">
            <a:extLst>
              <a:ext uri="{FF2B5EF4-FFF2-40B4-BE49-F238E27FC236}">
                <a16:creationId xmlns:a16="http://schemas.microsoft.com/office/drawing/2014/main" id="{7B6D69E5-7A08-BC78-BCE3-11E38F6150D4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646113" y="2035175"/>
            <a:ext cx="10237787" cy="4213225"/>
          </a:xfrm>
        </p:spPr>
        <p:txBody>
          <a:bodyPr rtlCol="0"/>
          <a:lstStyle>
            <a:lvl1pPr>
              <a:buClr>
                <a:schemeClr val="accent5"/>
              </a:buClr>
              <a:defRPr lang="fr-FR"/>
            </a:lvl1pPr>
          </a:lstStyle>
          <a:p>
            <a:pPr rtl="0"/>
            <a:r>
              <a:rPr lang="fr-FR"/>
              <a:t>Cliquez sur l'icône pour ajouter un tableau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CAF87D01-09AC-BFDF-523E-9A386E3D5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lang="fr-FR"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02111984F56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7787F92C-6129-374B-AC33-0BF37E93C1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3F384D68-6CA3-DF1A-6774-1B19B01C18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454C34C-5BAA-4AE1-82A7-07EE3F9BC184}" type="datetime1">
              <a:rPr lang="fr-FR" smtClean="0"/>
              <a:t>20/05/2026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9975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29E49D32-7E02-6995-B5F5-934D0B438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7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7100963" y="4592380"/>
            <a:ext cx="1794306" cy="1590706"/>
          </a:xfrm>
          <a:prstGeom prst="rect">
            <a:avLst/>
          </a:prstGeom>
        </p:spPr>
      </p:pic>
      <p:pic>
        <p:nvPicPr>
          <p:cNvPr id="11" name="Graphique 10">
            <a:extLst>
              <a:ext uri="{FF2B5EF4-FFF2-40B4-BE49-F238E27FC236}">
                <a16:creationId xmlns:a16="http://schemas.microsoft.com/office/drawing/2014/main" id="{04D218B9-452E-86CD-0D08-9F67028FE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5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978075" cy="2009885"/>
          </a:xfrm>
          <a:prstGeom prst="rect">
            <a:avLst/>
          </a:prstGeom>
        </p:spPr>
      </p:pic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8BACA99D-5B58-73F1-094E-AB921A7F6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329409" y="295728"/>
            <a:ext cx="0" cy="6259437"/>
          </a:xfrm>
          <a:prstGeom prst="line">
            <a:avLst/>
          </a:prstGeom>
          <a:noFill/>
          <a:ln w="1587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154956" y="1063416"/>
            <a:ext cx="6742629" cy="4675705"/>
          </a:xfrm>
          <a:prstGeom prst="rect">
            <a:avLst/>
          </a:prstGeom>
        </p:spPr>
        <p:txBody>
          <a:bodyPr rtlCol="0" anchor="b"/>
          <a:lstStyle>
            <a:lvl1pPr algn="l">
              <a:defRPr lang="fr-FR" sz="6000" b="0" cap="all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8" name="Espace réservé d’image 7">
            <a:extLst>
              <a:ext uri="{FF2B5EF4-FFF2-40B4-BE49-F238E27FC236}">
                <a16:creationId xmlns:a16="http://schemas.microsoft.com/office/drawing/2014/main" id="{55E12CB0-2C35-CEF5-3F43-62E8FFE9FE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36103" y="305457"/>
            <a:ext cx="2847975" cy="6236208"/>
          </a:xfrm>
        </p:spPr>
        <p:txBody>
          <a:bodyPr rtlCol="0"/>
          <a:lstStyle>
            <a:lvl1pPr marL="0" indent="0" algn="ctr">
              <a:buNone/>
              <a:defRPr lang="fr-FR" sz="1600"/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5C8BEA0D-8FFB-EFAC-0692-8DF5DE597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lang="fr-FR"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02111984F56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70F4EEFE-BF6E-3C7A-54B6-7728A6E51F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B15A696F-4F73-1678-9973-0EA3B62D88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A42F2090-D527-4FF9-B1E4-755ECDA78C1E}" type="datetime1">
              <a:rPr lang="fr-FR" smtClean="0"/>
              <a:t>20/05/2026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46240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46111" y="601662"/>
            <a:ext cx="10225089" cy="1251585"/>
          </a:xfrm>
          <a:prstGeom prst="rect">
            <a:avLst/>
          </a:prstGeom>
        </p:spPr>
        <p:txBody>
          <a:bodyPr rtlCol="0" anchor="ctr"/>
          <a:lstStyle>
            <a:lvl1pPr>
              <a:defRPr lang="fr-FR" sz="3600" cap="all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04B29688-DF70-05FA-D6B7-761E114D045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6110" y="2149929"/>
            <a:ext cx="6199724" cy="4028622"/>
          </a:xfrm>
        </p:spPr>
        <p:txBody>
          <a:bodyPr rtlCol="0">
            <a:normAutofit/>
          </a:bodyPr>
          <a:lstStyle>
            <a:lvl1pPr marL="0" indent="0">
              <a:buClr>
                <a:schemeClr val="accent5"/>
              </a:buClr>
              <a:buSzPct val="100000"/>
              <a:buFont typeface="Arial" panose="020B0604020202020204" pitchFamily="34" charset="0"/>
              <a:buNone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742950" indent="-28575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1200150" indent="-28575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1657350" indent="-28575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2114550" indent="-28575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5pPr>
            <a:lvl6pPr>
              <a:defRPr lang="fr-FR" sz="1200"/>
            </a:lvl6pPr>
            <a:lvl7pPr>
              <a:defRPr lang="fr-FR" sz="1200"/>
            </a:lvl7pPr>
            <a:lvl8pPr>
              <a:defRPr lang="fr-FR" sz="1200"/>
            </a:lvl8pPr>
            <a:lvl9pPr>
              <a:defRPr lang="fr-FR" sz="1200"/>
            </a:lvl9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u contenu 5">
            <a:extLst>
              <a:ext uri="{FF2B5EF4-FFF2-40B4-BE49-F238E27FC236}">
                <a16:creationId xmlns:a16="http://schemas.microsoft.com/office/drawing/2014/main" id="{6594AC0E-FD4A-515B-8B99-4BDDECAD7DCA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211786" y="2149929"/>
            <a:ext cx="3659414" cy="4028622"/>
          </a:xfrm>
        </p:spPr>
        <p:txBody>
          <a:bodyPr rtlCol="0">
            <a:normAutofit/>
          </a:bodyPr>
          <a:lstStyle>
            <a:lvl1pPr marL="342900" indent="-3429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742950" indent="-28575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11430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16002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20574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  <a:defRPr lang="fr-FR" sz="180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5pPr>
            <a:lvl6pPr>
              <a:defRPr lang="fr-FR" sz="1200"/>
            </a:lvl6pPr>
            <a:lvl7pPr>
              <a:defRPr lang="fr-FR" sz="1200"/>
            </a:lvl7pPr>
            <a:lvl8pPr>
              <a:defRPr lang="fr-FR" sz="1200"/>
            </a:lvl8pPr>
            <a:lvl9pPr>
              <a:defRPr lang="fr-FR" sz="1200"/>
            </a:lvl9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CC0FB981-7729-AE9A-8F6A-B6F87A647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lang="fr-FR"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02111984F56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B36F2C45-AA33-6953-F362-70B8E58B9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5F346C-9289-DAC3-4D24-EDB5A64E4DBA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1E69DA3-92B1-4A4F-B86F-7AA3C3977BE5}" type="datetime1">
              <a:rPr lang="fr-FR" smtClean="0"/>
              <a:t>20/05/2026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91073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rme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C31BC32-6525-5D4C-65FB-434B14F17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7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62000"/>
            <a:ext cx="4410126" cy="5384800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C6DDF47B-4AEC-7B71-4811-29DA88850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73042" y="3991221"/>
            <a:ext cx="2156632" cy="2197100"/>
          </a:xfrm>
          <a:prstGeom prst="rect">
            <a:avLst/>
          </a:prstGeom>
        </p:spPr>
      </p:pic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3E19688A-41C9-E2A9-D0EB-D213ACE23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195957" y="295728"/>
            <a:ext cx="0" cy="6259437"/>
          </a:xfrm>
          <a:prstGeom prst="line">
            <a:avLst/>
          </a:prstGeom>
          <a:noFill/>
          <a:ln w="15875">
            <a:gradFill>
              <a:gsLst>
                <a:gs pos="0">
                  <a:schemeClr val="accent5"/>
                </a:gs>
                <a:gs pos="100000">
                  <a:schemeClr val="accent5">
                    <a:lumMod val="50000"/>
                  </a:schemeClr>
                </a:gs>
              </a:gsLst>
              <a:lin ang="5400000" scaled="1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15" name="Titre 1">
            <a:extLst>
              <a:ext uri="{FF2B5EF4-FFF2-40B4-BE49-F238E27FC236}">
                <a16:creationId xmlns:a16="http://schemas.microsoft.com/office/drawing/2014/main" id="{9B9DA595-C83D-742C-5258-EA4215FD46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83731" y="876301"/>
            <a:ext cx="4949368" cy="3371850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 lang="fr-FR" sz="4400" cap="all" baseline="0" dirty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fr-FR"/>
              <a:t>Cliquez pour ajouter un titre</a:t>
            </a:r>
          </a:p>
        </p:txBody>
      </p:sp>
      <p:sp>
        <p:nvSpPr>
          <p:cNvPr id="19" name="Sous-titre 2">
            <a:extLst>
              <a:ext uri="{FF2B5EF4-FFF2-40B4-BE49-F238E27FC236}">
                <a16:creationId xmlns:a16="http://schemas.microsoft.com/office/drawing/2014/main" id="{9F9E9671-EF9A-744A-ACDF-3AA17A32AE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83732" y="4095751"/>
            <a:ext cx="4949366" cy="1993900"/>
          </a:xfrm>
        </p:spPr>
        <p:txBody>
          <a:bodyPr lIns="0" rtlCol="0" anchor="ctr"/>
          <a:lstStyle>
            <a:lvl1pPr marL="0" indent="0" algn="l">
              <a:lnSpc>
                <a:spcPct val="150000"/>
              </a:lnSpc>
              <a:buNone/>
              <a:defRPr lang="fr-FR" cap="all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4A25345A-4332-7458-BF6E-B3EC1D4FC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lang="fr-FR"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02111984F56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7F39E534-D5FC-2E3E-1997-F7B8482B84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68965431-1331-1690-65D0-1537F7DDFD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B922413D-FBBF-42B7-A617-5AD720DDD688}" type="datetime1">
              <a:rPr lang="fr-FR" smtClean="0"/>
              <a:t>20/05/2026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1512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ctr"/>
          <a:lstStyle>
            <a:lvl1pPr>
              <a:defRPr lang="fr-FR" sz="3600" cap="all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28AB64F2-0CD7-2BAB-A3C7-CCDEFB78FF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lang="fr-FR"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02111984F56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5F8FA905-8C94-EAB7-38E5-5EC276ACB5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DB6289E3-65FA-EFC4-103C-783A6842AE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65BE8A8B-8B44-4328-AD4E-DD0FF527D12C}" type="datetime1">
              <a:rPr lang="fr-FR" smtClean="0"/>
              <a:t>20/05/2026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605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84FD26-B27E-89C1-EC74-7F337279C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94F38330-42A6-CBDC-49D5-6651820A4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195957" y="295728"/>
            <a:ext cx="0" cy="6259437"/>
          </a:xfrm>
          <a:prstGeom prst="line">
            <a:avLst/>
          </a:prstGeom>
          <a:noFill/>
          <a:ln w="1587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D80194AA-3CF1-8747-1BCF-A8D4F49AF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0243" y="288622"/>
            <a:ext cx="11582400" cy="6266543"/>
          </a:xfrm>
          <a:prstGeom prst="rect">
            <a:avLst/>
          </a:prstGeom>
          <a:noFill/>
          <a:ln w="1587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1110685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lang="fr-FR" sz="2800" b="1" i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02111984F56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 rot="5400000">
            <a:off x="9801196" y="2886728"/>
            <a:ext cx="3475320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 rot="5400000">
            <a:off x="10727757" y="5426418"/>
            <a:ext cx="1613124" cy="313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fr-FR" sz="1400" b="0" i="0" cap="all" spc="15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4406AA4-97F4-426F-8AD9-189E9CD24ACC}" type="datetime1">
              <a:rPr lang="fr-FR" smtClean="0"/>
              <a:t>20/05/2026</a:t>
            </a:fld>
            <a:endParaRPr lang="fr-FR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1" r:id="rId3"/>
    <p:sldLayoutId id="2147483680" r:id="rId4"/>
    <p:sldLayoutId id="2147483679" r:id="rId5"/>
    <p:sldLayoutId id="2147483677" r:id="rId6"/>
    <p:sldLayoutId id="2147483668" r:id="rId7"/>
    <p:sldLayoutId id="2147483686" r:id="rId8"/>
    <p:sldLayoutId id="2147483678" r:id="rId9"/>
    <p:sldLayoutId id="2147483671" r:id="rId10"/>
    <p:sldLayoutId id="2147483681" r:id="rId11"/>
    <p:sldLayoutId id="2147483682" r:id="rId12"/>
    <p:sldLayoutId id="2147483674" r:id="rId13"/>
    <p:sldLayoutId id="2147483684" r:id="rId14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lang="fr-FR" sz="4200" b="0" i="0" kern="1200">
          <a:solidFill>
            <a:schemeClr val="bg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 lang="fr-FR">
          <a:solidFill>
            <a:schemeClr val="tx2"/>
          </a:solidFill>
        </a:defRPr>
      </a:lvl2pPr>
      <a:lvl3pPr eaLnBrk="1" hangingPunct="1">
        <a:defRPr lang="fr-FR">
          <a:solidFill>
            <a:schemeClr val="tx2"/>
          </a:solidFill>
        </a:defRPr>
      </a:lvl3pPr>
      <a:lvl4pPr eaLnBrk="1" hangingPunct="1">
        <a:defRPr lang="fr-FR">
          <a:solidFill>
            <a:schemeClr val="tx2"/>
          </a:solidFill>
        </a:defRPr>
      </a:lvl4pPr>
      <a:lvl5pPr eaLnBrk="1" hangingPunct="1">
        <a:defRPr lang="fr-FR">
          <a:solidFill>
            <a:schemeClr val="tx2"/>
          </a:solidFill>
        </a:defRPr>
      </a:lvl5pPr>
      <a:lvl6pPr eaLnBrk="1" hangingPunct="1">
        <a:defRPr lang="fr-FR">
          <a:solidFill>
            <a:schemeClr val="tx2"/>
          </a:solidFill>
        </a:defRPr>
      </a:lvl6pPr>
      <a:lvl7pPr eaLnBrk="1" hangingPunct="1">
        <a:defRPr lang="fr-FR">
          <a:solidFill>
            <a:schemeClr val="tx2"/>
          </a:solidFill>
        </a:defRPr>
      </a:lvl7pPr>
      <a:lvl8pPr eaLnBrk="1" hangingPunct="1">
        <a:defRPr lang="fr-FR">
          <a:solidFill>
            <a:schemeClr val="tx2"/>
          </a:solidFill>
        </a:defRPr>
      </a:lvl8pPr>
      <a:lvl9pPr eaLnBrk="1" hangingPunct="1">
        <a:defRPr lang="fr-FR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lnSpc>
          <a:spcPts val="2400"/>
        </a:lnSpc>
        <a:spcBef>
          <a:spcPts val="1000"/>
        </a:spcBef>
        <a:spcAft>
          <a:spcPts val="600"/>
        </a:spcAft>
        <a:buClr>
          <a:schemeClr val="bg1">
            <a:lumMod val="75000"/>
            <a:lumOff val="25000"/>
          </a:schemeClr>
        </a:buClr>
        <a:buSzPct val="100000"/>
        <a:buFont typeface="Arial" panose="020B0604020202020204" pitchFamily="34" charset="0"/>
        <a:buChar char="•"/>
        <a:defRPr lang="fr-FR" sz="2000" b="0" i="0" kern="1200">
          <a:solidFill>
            <a:schemeClr val="bg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lnSpc>
          <a:spcPts val="2400"/>
        </a:lnSpc>
        <a:spcBef>
          <a:spcPts val="1000"/>
        </a:spcBef>
        <a:spcAft>
          <a:spcPts val="600"/>
        </a:spcAft>
        <a:buClr>
          <a:schemeClr val="bg1">
            <a:lumMod val="75000"/>
            <a:lumOff val="25000"/>
          </a:schemeClr>
        </a:buClr>
        <a:buSzPct val="100000"/>
        <a:buFont typeface="Arial" panose="020B0604020202020204" pitchFamily="34" charset="0"/>
        <a:buChar char="•"/>
        <a:defRPr lang="fr-FR" sz="1800" b="0" i="0" kern="1200">
          <a:solidFill>
            <a:schemeClr val="bg1">
              <a:lumMod val="75000"/>
              <a:lumOff val="25000"/>
            </a:schemeClr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lnSpc>
          <a:spcPts val="2400"/>
        </a:lnSpc>
        <a:spcBef>
          <a:spcPts val="1000"/>
        </a:spcBef>
        <a:spcAft>
          <a:spcPts val="600"/>
        </a:spcAft>
        <a:buClr>
          <a:schemeClr val="bg1">
            <a:lumMod val="75000"/>
            <a:lumOff val="25000"/>
          </a:schemeClr>
        </a:buClr>
        <a:buSzPct val="100000"/>
        <a:buFont typeface="Arial" panose="020B0604020202020204" pitchFamily="34" charset="0"/>
        <a:buChar char="•"/>
        <a:defRPr lang="fr-FR" sz="1600" b="0" i="0" kern="1200">
          <a:solidFill>
            <a:schemeClr val="bg1">
              <a:lumMod val="75000"/>
              <a:lumOff val="25000"/>
            </a:schemeClr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lnSpc>
          <a:spcPts val="2400"/>
        </a:lnSpc>
        <a:spcBef>
          <a:spcPts val="1000"/>
        </a:spcBef>
        <a:spcAft>
          <a:spcPts val="600"/>
        </a:spcAft>
        <a:buClr>
          <a:schemeClr val="bg1">
            <a:lumMod val="75000"/>
            <a:lumOff val="25000"/>
          </a:schemeClr>
        </a:buClr>
        <a:buSzPct val="100000"/>
        <a:buFont typeface="Arial" panose="020B0604020202020204" pitchFamily="34" charset="0"/>
        <a:buChar char="•"/>
        <a:defRPr lang="fr-FR" sz="1400" b="0" i="0" kern="1200">
          <a:solidFill>
            <a:schemeClr val="bg1">
              <a:lumMod val="75000"/>
              <a:lumOff val="25000"/>
            </a:schemeClr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lnSpc>
          <a:spcPts val="2400"/>
        </a:lnSpc>
        <a:spcBef>
          <a:spcPts val="1000"/>
        </a:spcBef>
        <a:spcAft>
          <a:spcPts val="600"/>
        </a:spcAft>
        <a:buClr>
          <a:schemeClr val="bg1">
            <a:lumMod val="75000"/>
            <a:lumOff val="25000"/>
          </a:schemeClr>
        </a:buClr>
        <a:buSzPct val="100000"/>
        <a:buFont typeface="Arial" panose="020B0604020202020204" pitchFamily="34" charset="0"/>
        <a:buChar char="•"/>
        <a:defRPr lang="fr-FR" sz="1400" b="0" i="0" kern="1200">
          <a:solidFill>
            <a:schemeClr val="bg1">
              <a:lumMod val="75000"/>
              <a:lumOff val="25000"/>
            </a:schemeClr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lang="fr-FR"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lang="fr-FR"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lang="fr-FR"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lang="fr-FR"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fr-FR"/>
      </a:defPPr>
      <a:lvl1pPr marL="0" algn="l" defTabSz="4572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C193C04B-6761-04E9-9F25-E406E4FD72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 err="1"/>
              <a:t>Artconnect</a:t>
            </a:r>
            <a:r>
              <a:rPr lang="fr-FR" dirty="0"/>
              <a:t> pro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E049183-CA69-9D21-B743-6E5B597576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57F1E4F-1CFF-5643-939E-02111984F565}" type="slidenum">
              <a:rPr lang="fr-FR" smtClean="0"/>
              <a:pPr/>
              <a:t>1</a:t>
            </a:fld>
            <a:endParaRPr lang="fr-FR" dirty="0"/>
          </a:p>
        </p:txBody>
      </p:sp>
      <p:pic>
        <p:nvPicPr>
          <p:cNvPr id="2" name="Image 1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B33117F5-805E-9926-58B7-E94906805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310" y="206166"/>
            <a:ext cx="3429000" cy="17145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50EACFE-F448-EBB2-68DA-0DD51CCBD330}"/>
              </a:ext>
            </a:extLst>
          </p:cNvPr>
          <p:cNvSpPr txBox="1"/>
          <p:nvPr/>
        </p:nvSpPr>
        <p:spPr>
          <a:xfrm>
            <a:off x="717755" y="5732206"/>
            <a:ext cx="9822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pc="300" dirty="0">
                <a:solidFill>
                  <a:schemeClr val="bg1">
                    <a:lumMod val="75000"/>
                    <a:lumOff val="25000"/>
                  </a:schemeClr>
                </a:solidFill>
              </a:rPr>
              <a:t>LESTERLIN Raphaël, DELANNOY Arthur, DONNAT Arthur – L3 INT2</a:t>
            </a:r>
          </a:p>
        </p:txBody>
      </p:sp>
    </p:spTree>
    <p:extLst>
      <p:ext uri="{BB962C8B-B14F-4D97-AF65-F5344CB8AC3E}">
        <p14:creationId xmlns:p14="http://schemas.microsoft.com/office/powerpoint/2010/main" val="3597027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CD88A2-E914-815C-661F-1399C3A89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7" y="1063416"/>
            <a:ext cx="5393901" cy="1717884"/>
          </a:xfrm>
        </p:spPr>
        <p:txBody>
          <a:bodyPr rtlCol="0" anchor="t"/>
          <a:lstStyle>
            <a:defPPr>
              <a:defRPr lang="fr-FR"/>
            </a:defPPr>
          </a:lstStyle>
          <a:p>
            <a:pPr rtl="0"/>
            <a:r>
              <a:rPr lang="fr-FR" dirty="0"/>
              <a:t>Program 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CC6C5F0-EDFB-3E80-40C5-F4D4D08AC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328" y="3048000"/>
            <a:ext cx="5415672" cy="2681600"/>
          </a:xfrm>
        </p:spPr>
        <p:txBody>
          <a:bodyPr rtlCol="0" anchor="b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dirty="0" err="1"/>
              <a:t>Database</a:t>
            </a:r>
            <a:r>
              <a:rPr lang="fr-FR" dirty="0"/>
              <a:t> conception</a:t>
            </a:r>
          </a:p>
          <a:p>
            <a:pPr rtl="0"/>
            <a:r>
              <a:rPr lang="fr-FR" dirty="0"/>
              <a:t>App architecture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integrated</a:t>
            </a:r>
            <a:r>
              <a:rPr lang="fr-FR" dirty="0"/>
              <a:t> DB </a:t>
            </a:r>
            <a:r>
              <a:rPr lang="fr-FR" dirty="0" err="1"/>
              <a:t>objects</a:t>
            </a:r>
            <a:endParaRPr lang="fr-FR" dirty="0"/>
          </a:p>
          <a:p>
            <a:pPr rtl="0"/>
            <a:r>
              <a:rPr lang="fr-FR" dirty="0"/>
              <a:t>challenges</a:t>
            </a:r>
          </a:p>
        </p:txBody>
      </p:sp>
      <p:pic>
        <p:nvPicPr>
          <p:cNvPr id="34" name="Espace réservé du contenu 22" descr="Scientifiques dans le labo">
            <a:extLst>
              <a:ext uri="{FF2B5EF4-FFF2-40B4-BE49-F238E27FC236}">
                <a16:creationId xmlns:a16="http://schemas.microsoft.com/office/drawing/2014/main" id="{9E4D4191-282B-E07E-4C6D-AD1D7B7D471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11688" y="1063415"/>
            <a:ext cx="3932462" cy="4666185"/>
          </a:xfr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161DBBF-A6A0-06FE-F8CD-795DE86F28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0685" y="295729"/>
            <a:ext cx="838199" cy="767687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D57F1E4F-1CFF-5643-939E-02111984F565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90560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22D882-0AB0-D7CC-2028-F24988556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6" y="898072"/>
            <a:ext cx="8825657" cy="417458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 err="1"/>
              <a:t>Database</a:t>
            </a:r>
            <a:r>
              <a:rPr lang="fr-FR" dirty="0"/>
              <a:t> conception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D791F6-17E5-A05E-27E8-5CE8F5737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4955" y="5273202"/>
            <a:ext cx="8825658" cy="530697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dirty="0"/>
              <a:t>How to store the data of an art </a:t>
            </a:r>
            <a:r>
              <a:rPr lang="fr-FR" dirty="0" err="1"/>
              <a:t>community</a:t>
            </a:r>
            <a:r>
              <a:rPr lang="fr-FR" dirty="0"/>
              <a:t> app ?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887364-737B-EA8D-F6D8-BCE5B83530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0685" y="295729"/>
            <a:ext cx="838199" cy="767687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D57F1E4F-1CFF-5643-939E-02111984F565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05836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964DE5-C575-7470-D56E-5436A5C8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 first </a:t>
            </a:r>
            <a:r>
              <a:rPr lang="fr-FR" dirty="0" err="1"/>
              <a:t>glance</a:t>
            </a:r>
            <a:r>
              <a:rPr lang="fr-FR" dirty="0"/>
              <a:t> at </a:t>
            </a:r>
            <a:r>
              <a:rPr lang="fr-FR" dirty="0" err="1"/>
              <a:t>relationships</a:t>
            </a:r>
            <a:endParaRPr lang="fr-FR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E70A22BE-2A18-F34B-88BB-9A7F31F8F2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92643" y="2149475"/>
            <a:ext cx="5306126" cy="4029075"/>
          </a:xfrm>
          <a:prstGeom prst="rect">
            <a:avLst/>
          </a:prstGeom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A496995-E7A1-227F-19DE-683FBF9761F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fr-FR" dirty="0" err="1"/>
              <a:t>Inspired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the class </a:t>
            </a:r>
            <a:r>
              <a:rPr lang="fr-FR" dirty="0" err="1"/>
              <a:t>diagram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make</a:t>
            </a:r>
            <a:r>
              <a:rPr lang="fr-FR" dirty="0"/>
              <a:t>.</a:t>
            </a:r>
          </a:p>
          <a:p>
            <a:r>
              <a:rPr lang="fr-FR" dirty="0" err="1"/>
              <a:t>However</a:t>
            </a:r>
            <a:r>
              <a:rPr lang="fr-FR" dirty="0"/>
              <a:t>,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clearly</a:t>
            </a:r>
            <a:r>
              <a:rPr lang="fr-FR" dirty="0"/>
              <a:t> not a </a:t>
            </a:r>
            <a:r>
              <a:rPr lang="fr-FR" dirty="0" err="1"/>
              <a:t>normalized</a:t>
            </a:r>
            <a:r>
              <a:rPr lang="fr-FR" dirty="0"/>
              <a:t> </a:t>
            </a:r>
            <a:r>
              <a:rPr lang="fr-FR" dirty="0" err="1"/>
              <a:t>database</a:t>
            </a:r>
            <a:r>
              <a:rPr lang="fr-FR" dirty="0"/>
              <a:t>… </a:t>
            </a:r>
            <a:r>
              <a:rPr lang="fr-FR" dirty="0" err="1"/>
              <a:t>Especially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relationships</a:t>
            </a:r>
            <a:r>
              <a:rPr lang="fr-FR" dirty="0"/>
              <a:t> </a:t>
            </a:r>
            <a:r>
              <a:rPr lang="fr-FR" dirty="0" err="1"/>
              <a:t>containing</a:t>
            </a:r>
            <a:r>
              <a:rPr lang="fr-FR" dirty="0"/>
              <a:t> </a:t>
            </a:r>
            <a:r>
              <a:rPr lang="fr-FR" dirty="0" err="1"/>
              <a:t>attached</a:t>
            </a:r>
            <a:r>
              <a:rPr lang="fr-FR" dirty="0"/>
              <a:t> data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AC37B11-6003-BD97-162C-EDDEF5B6C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02111984F565}" type="slidenum">
              <a:rPr lang="fr-FR" smtClean="0"/>
              <a:pPr rtl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5872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F3E1F-74FF-38CF-2AB7-C0259546B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D938EF-0A21-2BB5-39E0-8936D394B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922" y="1063415"/>
            <a:ext cx="5897391" cy="1971613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 err="1"/>
              <a:t>Normalization</a:t>
            </a:r>
            <a:r>
              <a:rPr lang="fr-FR" dirty="0"/>
              <a:t> in LDM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E3284CE-46B2-B2ED-A566-42FFE8F7926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4525" y="3035029"/>
            <a:ext cx="5897563" cy="2759345"/>
          </a:xfrm>
        </p:spPr>
        <p:txBody>
          <a:bodyPr rtlCol="0" anchor="b"/>
          <a:lstStyle>
            <a:defPPr>
              <a:defRPr lang="fr-FR"/>
            </a:defPPr>
          </a:lstStyle>
          <a:p>
            <a:pPr rtl="0"/>
            <a:r>
              <a:rPr lang="fr-FR" dirty="0"/>
              <a:t>Social Media, </a:t>
            </a:r>
            <a:r>
              <a:rPr lang="fr-FR" dirty="0" err="1"/>
              <a:t>opening</a:t>
            </a:r>
            <a:r>
              <a:rPr lang="fr-FR" dirty="0"/>
              <a:t> </a:t>
            </a:r>
            <a:r>
              <a:rPr lang="fr-FR" dirty="0" err="1"/>
              <a:t>hours</a:t>
            </a:r>
            <a:r>
              <a:rPr lang="fr-FR" dirty="0"/>
              <a:t> and dimensions </a:t>
            </a:r>
            <a:r>
              <a:rPr lang="fr-FR" dirty="0" err="1"/>
              <a:t>didn’t</a:t>
            </a:r>
            <a:r>
              <a:rPr lang="fr-FR" dirty="0"/>
              <a:t> respect 1 NF,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were</a:t>
            </a:r>
            <a:r>
              <a:rPr lang="fr-FR" dirty="0"/>
              <a:t> put in a </a:t>
            </a:r>
            <a:r>
              <a:rPr lang="fr-FR" dirty="0" err="1"/>
              <a:t>separate</a:t>
            </a:r>
            <a:r>
              <a:rPr lang="fr-FR" dirty="0"/>
              <a:t> table </a:t>
            </a:r>
            <a:r>
              <a:rPr lang="fr-FR" dirty="0" err="1"/>
              <a:t>linked</a:t>
            </a:r>
            <a:r>
              <a:rPr lang="fr-FR" dirty="0"/>
              <a:t> to </a:t>
            </a:r>
            <a:r>
              <a:rPr lang="fr-FR" dirty="0" err="1"/>
              <a:t>their</a:t>
            </a:r>
            <a:r>
              <a:rPr lang="fr-FR" dirty="0"/>
              <a:t> former table </a:t>
            </a:r>
            <a:r>
              <a:rPr lang="fr-FR" dirty="0" err="1"/>
              <a:t>with</a:t>
            </a:r>
            <a:r>
              <a:rPr lang="fr-FR" dirty="0"/>
              <a:t> a </a:t>
            </a:r>
            <a:r>
              <a:rPr lang="fr-FR" dirty="0" err="1"/>
              <a:t>foreign</a:t>
            </a:r>
            <a:r>
              <a:rPr lang="fr-FR" dirty="0"/>
              <a:t> key.</a:t>
            </a:r>
          </a:p>
          <a:p>
            <a:pPr rtl="0"/>
            <a:r>
              <a:rPr lang="fr-FR" dirty="0"/>
              <a:t>2NF </a:t>
            </a:r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mostly</a:t>
            </a:r>
            <a:r>
              <a:rPr lang="fr-FR" dirty="0"/>
              <a:t> </a:t>
            </a:r>
            <a:r>
              <a:rPr lang="fr-FR" dirty="0" err="1"/>
              <a:t>done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the unique ID keys </a:t>
            </a:r>
            <a:r>
              <a:rPr lang="fr-FR" dirty="0" err="1"/>
              <a:t>present</a:t>
            </a:r>
            <a:r>
              <a:rPr lang="fr-FR" dirty="0"/>
              <a:t>.</a:t>
            </a:r>
          </a:p>
          <a:p>
            <a:pPr rtl="0"/>
            <a:r>
              <a:rPr lang="fr-FR" dirty="0"/>
              <a:t>3NF </a:t>
            </a:r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completed</a:t>
            </a:r>
            <a:r>
              <a:rPr lang="fr-FR" dirty="0"/>
              <a:t> by </a:t>
            </a:r>
            <a:r>
              <a:rPr lang="fr-FR" dirty="0" err="1"/>
              <a:t>turning</a:t>
            </a:r>
            <a:r>
              <a:rPr lang="fr-FR" dirty="0"/>
              <a:t> 0,n – 0,n </a:t>
            </a:r>
            <a:r>
              <a:rPr lang="fr-FR" dirty="0" err="1"/>
              <a:t>relationships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auxiliary</a:t>
            </a:r>
            <a:r>
              <a:rPr lang="fr-FR" dirty="0"/>
              <a:t> tables, as </a:t>
            </a:r>
            <a:r>
              <a:rPr lang="fr-FR" dirty="0" err="1"/>
              <a:t>seen</a:t>
            </a:r>
            <a:r>
              <a:rPr lang="fr-FR" dirty="0"/>
              <a:t> in </a:t>
            </a:r>
            <a:r>
              <a:rPr lang="fr-FR" dirty="0" err="1"/>
              <a:t>exhibited</a:t>
            </a:r>
            <a:r>
              <a:rPr lang="fr-FR" dirty="0"/>
              <a:t>, </a:t>
            </a:r>
            <a:r>
              <a:rPr lang="fr-FR" dirty="0" err="1"/>
              <a:t>Tagged</a:t>
            </a:r>
            <a:r>
              <a:rPr lang="fr-FR" dirty="0"/>
              <a:t> and Artist Discipline.</a:t>
            </a:r>
          </a:p>
        </p:txBody>
      </p:sp>
      <p:pic>
        <p:nvPicPr>
          <p:cNvPr id="22" name="Espace réservé du contenu 70" descr="Homme travaillant dans un laboratoire">
            <a:extLst>
              <a:ext uri="{FF2B5EF4-FFF2-40B4-BE49-F238E27FC236}">
                <a16:creationId xmlns:a16="http://schemas.microsoft.com/office/drawing/2014/main" id="{D313F423-09C9-D4F1-362C-9FC2953807C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32625" y="1063625"/>
            <a:ext cx="3824288" cy="4730750"/>
          </a:xfr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7FE99DA-A3B4-DBF6-1EE4-677A333C1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0685" y="295729"/>
            <a:ext cx="838199" cy="767687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D57F1E4F-1CFF-5643-939E-02111984F565}" type="slidenum">
              <a:rPr lang="fr-FR" smtClean="0"/>
              <a:pPr rtl="0"/>
              <a:t>5</a:t>
            </a:fld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D4407F7-EA0B-D62D-9C1F-B9ECD4E69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2399" y="1063415"/>
            <a:ext cx="3824287" cy="473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98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4D80E-2E71-4650-BCBE-0E1CF3231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C3CBD3-2E4D-00C9-D3CA-52F1C8A3F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6" y="1063416"/>
            <a:ext cx="9570506" cy="4009239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APP architecture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integrated</a:t>
            </a:r>
            <a:r>
              <a:rPr lang="fr-FR" dirty="0"/>
              <a:t> </a:t>
            </a:r>
            <a:r>
              <a:rPr lang="fr-FR" dirty="0" err="1"/>
              <a:t>db</a:t>
            </a:r>
            <a:r>
              <a:rPr lang="fr-FR" dirty="0"/>
              <a:t> </a:t>
            </a:r>
            <a:r>
              <a:rPr lang="fr-FR" dirty="0" err="1"/>
              <a:t>objects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242267C-4270-E0F0-DA12-31F87A52E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4955" y="5273202"/>
            <a:ext cx="8825658" cy="530697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dirty="0" err="1"/>
              <a:t>Internal</a:t>
            </a:r>
            <a:r>
              <a:rPr lang="fr-FR" dirty="0"/>
              <a:t> </a:t>
            </a:r>
            <a:r>
              <a:rPr lang="fr-FR" dirty="0" err="1"/>
              <a:t>db</a:t>
            </a:r>
            <a:r>
              <a:rPr lang="fr-FR" dirty="0"/>
              <a:t> </a:t>
            </a:r>
            <a:r>
              <a:rPr lang="fr-FR" dirty="0" err="1"/>
              <a:t>procedures</a:t>
            </a:r>
            <a:r>
              <a:rPr lang="fr-FR" dirty="0"/>
              <a:t> and </a:t>
            </a:r>
            <a:r>
              <a:rPr lang="fr-FR" dirty="0" err="1"/>
              <a:t>integration</a:t>
            </a:r>
            <a:r>
              <a:rPr lang="fr-FR" dirty="0"/>
              <a:t> in java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B41EBB-6EB1-F0E9-7645-3B1B5686D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0685" y="295729"/>
            <a:ext cx="838199" cy="767687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D57F1E4F-1CFF-5643-939E-02111984F565}" type="slidenum">
              <a:rPr lang="fr-FR" smtClean="0"/>
              <a:pPr rtl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8139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D394A0D-C704-64A6-0FC0-10FC26CAB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601662"/>
            <a:ext cx="10225089" cy="125158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 err="1"/>
              <a:t>Db</a:t>
            </a:r>
            <a:r>
              <a:rPr lang="fr-FR" dirty="0"/>
              <a:t> </a:t>
            </a:r>
            <a:r>
              <a:rPr lang="fr-FR" dirty="0" err="1"/>
              <a:t>improvement</a:t>
            </a:r>
            <a:r>
              <a:rPr lang="fr-FR" dirty="0"/>
              <a:t> </a:t>
            </a:r>
            <a:r>
              <a:rPr lang="fr-FR" dirty="0" err="1"/>
              <a:t>overview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777DBD9-C330-021B-521C-A567434A2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6111" y="2149928"/>
            <a:ext cx="4926096" cy="402858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Our </a:t>
            </a:r>
            <a:r>
              <a:rPr lang="fr-FR" dirty="0" err="1"/>
              <a:t>improvements</a:t>
            </a:r>
            <a:r>
              <a:rPr lang="fr-FR" dirty="0"/>
              <a:t> to the SQL </a:t>
            </a:r>
            <a:r>
              <a:rPr lang="fr-FR" dirty="0" err="1"/>
              <a:t>database</a:t>
            </a:r>
            <a:r>
              <a:rPr lang="fr-FR" dirty="0"/>
              <a:t> </a:t>
            </a:r>
            <a:r>
              <a:rPr lang="fr-FR" dirty="0" err="1"/>
              <a:t>consists</a:t>
            </a:r>
            <a:r>
              <a:rPr lang="fr-FR" dirty="0"/>
              <a:t> of 4 indexes, 1 </a:t>
            </a:r>
            <a:r>
              <a:rPr lang="fr-FR" dirty="0" err="1"/>
              <a:t>function</a:t>
            </a:r>
            <a:r>
              <a:rPr lang="fr-FR" dirty="0"/>
              <a:t>, 2 </a:t>
            </a:r>
            <a:r>
              <a:rPr lang="fr-FR" dirty="0" err="1"/>
              <a:t>stored</a:t>
            </a:r>
            <a:r>
              <a:rPr lang="fr-FR" dirty="0"/>
              <a:t> </a:t>
            </a:r>
            <a:r>
              <a:rPr lang="fr-FR" dirty="0" err="1"/>
              <a:t>procedures</a:t>
            </a:r>
            <a:r>
              <a:rPr lang="fr-FR" dirty="0"/>
              <a:t>, 1 </a:t>
            </a:r>
            <a:r>
              <a:rPr lang="fr-FR" dirty="0" err="1"/>
              <a:t>transactional</a:t>
            </a:r>
            <a:r>
              <a:rPr lang="fr-FR" dirty="0"/>
              <a:t> </a:t>
            </a:r>
            <a:r>
              <a:rPr lang="fr-FR" dirty="0" err="1"/>
              <a:t>procedure</a:t>
            </a:r>
            <a:r>
              <a:rPr lang="fr-FR" dirty="0"/>
              <a:t>, 3 triggers and 4 </a:t>
            </a:r>
            <a:r>
              <a:rPr lang="fr-FR" dirty="0" err="1"/>
              <a:t>views</a:t>
            </a:r>
            <a:r>
              <a:rPr lang="fr-FR" dirty="0"/>
              <a:t>.</a:t>
            </a:r>
          </a:p>
          <a:p>
            <a:pPr rtl="0"/>
            <a:r>
              <a:rPr lang="fr-FR" dirty="0"/>
              <a:t>The 4 indexes </a:t>
            </a:r>
            <a:r>
              <a:rPr lang="fr-FR" dirty="0" err="1"/>
              <a:t>essentially</a:t>
            </a:r>
            <a:r>
              <a:rPr lang="fr-FR" dirty="0"/>
              <a:t> </a:t>
            </a:r>
            <a:r>
              <a:rPr lang="fr-FR" dirty="0" err="1"/>
              <a:t>consist</a:t>
            </a:r>
            <a:r>
              <a:rPr lang="fr-FR" dirty="0"/>
              <a:t> in </a:t>
            </a:r>
            <a:r>
              <a:rPr lang="fr-FR" dirty="0" err="1"/>
              <a:t>adding</a:t>
            </a:r>
            <a:r>
              <a:rPr lang="fr-FR" dirty="0"/>
              <a:t> a few </a:t>
            </a:r>
            <a:r>
              <a:rPr lang="fr-FR" dirty="0" err="1"/>
              <a:t>rows</a:t>
            </a:r>
            <a:r>
              <a:rPr lang="fr-FR" dirty="0"/>
              <a:t> to the index, </a:t>
            </a:r>
            <a:r>
              <a:rPr lang="fr-FR" dirty="0" err="1"/>
              <a:t>enough</a:t>
            </a:r>
            <a:r>
              <a:rPr lang="fr-FR" dirty="0"/>
              <a:t> to </a:t>
            </a:r>
            <a:r>
              <a:rPr lang="fr-FR" dirty="0" err="1"/>
              <a:t>give</a:t>
            </a:r>
            <a:r>
              <a:rPr lang="fr-FR" dirty="0"/>
              <a:t> more </a:t>
            </a:r>
            <a:r>
              <a:rPr lang="fr-FR" dirty="0" err="1"/>
              <a:t>easy</a:t>
            </a:r>
            <a:r>
              <a:rPr lang="fr-FR" dirty="0"/>
              <a:t> identification information for the </a:t>
            </a:r>
            <a:r>
              <a:rPr lang="fr-FR" dirty="0" err="1"/>
              <a:t>database</a:t>
            </a:r>
            <a:r>
              <a:rPr lang="fr-FR" dirty="0"/>
              <a:t> and a possible user.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8C19313-11BB-4A6D-0529-C238202668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5103" y="2149892"/>
            <a:ext cx="4926097" cy="4028622"/>
          </a:xfrm>
        </p:spPr>
        <p:txBody>
          <a:bodyPr rtlCol="0">
            <a:normAutofit fontScale="85000" lnSpcReduction="10000"/>
          </a:bodyPr>
          <a:lstStyle>
            <a:defPPr>
              <a:defRPr lang="fr-FR"/>
            </a:defPPr>
          </a:lstStyle>
          <a:p>
            <a:pPr rtl="0"/>
            <a:r>
              <a:rPr lang="fr-FR" dirty="0" err="1"/>
              <a:t>Functions</a:t>
            </a:r>
            <a:r>
              <a:rPr lang="fr-FR" dirty="0"/>
              <a:t> and </a:t>
            </a:r>
            <a:r>
              <a:rPr lang="fr-FR" dirty="0" err="1"/>
              <a:t>procedures</a:t>
            </a:r>
            <a:r>
              <a:rPr lang="fr-FR" dirty="0"/>
              <a:t> </a:t>
            </a:r>
            <a:r>
              <a:rPr lang="fr-FR" dirty="0" err="1"/>
              <a:t>essentially</a:t>
            </a:r>
            <a:r>
              <a:rPr lang="fr-FR" dirty="0"/>
              <a:t> </a:t>
            </a:r>
            <a:r>
              <a:rPr lang="fr-FR" dirty="0" err="1"/>
              <a:t>retrieve</a:t>
            </a:r>
            <a:r>
              <a:rPr lang="fr-FR" dirty="0"/>
              <a:t> data about artworks, </a:t>
            </a:r>
            <a:r>
              <a:rPr lang="fr-FR" dirty="0" err="1"/>
              <a:t>looking</a:t>
            </a:r>
            <a:r>
              <a:rPr lang="fr-FR" dirty="0"/>
              <a:t> if an artwork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exhibited</a:t>
            </a:r>
            <a:r>
              <a:rPr lang="fr-FR" dirty="0"/>
              <a:t>, at </a:t>
            </a:r>
            <a:r>
              <a:rPr lang="fr-FR" dirty="0" err="1"/>
              <a:t>what</a:t>
            </a:r>
            <a:r>
              <a:rPr lang="fr-FR" dirty="0"/>
              <a:t> date, and the </a:t>
            </a:r>
            <a:r>
              <a:rPr lang="fr-FR" dirty="0" err="1"/>
              <a:t>number</a:t>
            </a:r>
            <a:r>
              <a:rPr lang="fr-FR" dirty="0"/>
              <a:t> of </a:t>
            </a:r>
            <a:r>
              <a:rPr lang="fr-FR" dirty="0" err="1"/>
              <a:t>member</a:t>
            </a:r>
            <a:r>
              <a:rPr lang="fr-FR" dirty="0"/>
              <a:t> in a workshop.</a:t>
            </a:r>
          </a:p>
          <a:p>
            <a:pPr rtl="0"/>
            <a:r>
              <a:rPr lang="fr-FR" dirty="0"/>
              <a:t>The </a:t>
            </a:r>
            <a:r>
              <a:rPr lang="fr-FR" dirty="0" err="1"/>
              <a:t>transactional</a:t>
            </a:r>
            <a:r>
              <a:rPr lang="fr-FR" dirty="0"/>
              <a:t> </a:t>
            </a:r>
            <a:r>
              <a:rPr lang="fr-FR" dirty="0" err="1"/>
              <a:t>procedure</a:t>
            </a:r>
            <a:r>
              <a:rPr lang="fr-FR" dirty="0"/>
              <a:t> check tries to </a:t>
            </a:r>
            <a:r>
              <a:rPr lang="fr-FR" dirty="0" err="1"/>
              <a:t>register</a:t>
            </a:r>
            <a:r>
              <a:rPr lang="fr-FR" dirty="0"/>
              <a:t> a </a:t>
            </a:r>
            <a:r>
              <a:rPr lang="fr-FR" dirty="0" err="1"/>
              <a:t>member</a:t>
            </a:r>
            <a:r>
              <a:rPr lang="fr-FR" dirty="0"/>
              <a:t> in </a:t>
            </a:r>
            <a:r>
              <a:rPr lang="fr-FR" dirty="0" err="1"/>
              <a:t>two</a:t>
            </a:r>
            <a:r>
              <a:rPr lang="fr-FR" dirty="0"/>
              <a:t> workshops, </a:t>
            </a:r>
            <a:r>
              <a:rPr lang="fr-FR" dirty="0" err="1"/>
              <a:t>rollbacking</a:t>
            </a:r>
            <a:r>
              <a:rPr lang="fr-FR" dirty="0"/>
              <a:t> if one of </a:t>
            </a:r>
            <a:r>
              <a:rPr lang="fr-FR" dirty="0" err="1"/>
              <a:t>them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full</a:t>
            </a:r>
          </a:p>
          <a:p>
            <a:pPr rtl="0"/>
            <a:r>
              <a:rPr lang="fr-FR" dirty="0"/>
              <a:t>The </a:t>
            </a:r>
            <a:r>
              <a:rPr lang="fr-FR" dirty="0" err="1"/>
              <a:t>views</a:t>
            </a:r>
            <a:r>
              <a:rPr lang="fr-FR" dirty="0"/>
              <a:t> </a:t>
            </a:r>
            <a:r>
              <a:rPr lang="fr-FR" dirty="0" err="1"/>
              <a:t>aims</a:t>
            </a:r>
            <a:r>
              <a:rPr lang="fr-FR" dirty="0"/>
              <a:t> to </a:t>
            </a:r>
            <a:r>
              <a:rPr lang="fr-FR" dirty="0" err="1"/>
              <a:t>give</a:t>
            </a:r>
            <a:r>
              <a:rPr lang="fr-FR" dirty="0"/>
              <a:t> the user a ready-made </a:t>
            </a:r>
            <a:r>
              <a:rPr lang="fr-FR" dirty="0" err="1"/>
              <a:t>access</a:t>
            </a:r>
            <a:r>
              <a:rPr lang="fr-FR" dirty="0"/>
              <a:t> to all the artwork, </a:t>
            </a:r>
            <a:r>
              <a:rPr lang="fr-FR" dirty="0" err="1"/>
              <a:t>artist</a:t>
            </a:r>
            <a:r>
              <a:rPr lang="fr-FR" dirty="0"/>
              <a:t> and exhibition data, </a:t>
            </a:r>
            <a:r>
              <a:rPr lang="fr-FR" dirty="0" err="1"/>
              <a:t>while</a:t>
            </a:r>
            <a:r>
              <a:rPr lang="fr-FR" dirty="0"/>
              <a:t> </a:t>
            </a:r>
            <a:r>
              <a:rPr lang="fr-FR" dirty="0" err="1"/>
              <a:t>giving</a:t>
            </a:r>
            <a:r>
              <a:rPr lang="fr-FR" dirty="0"/>
              <a:t> admins the </a:t>
            </a:r>
            <a:r>
              <a:rPr lang="fr-FR" dirty="0" err="1"/>
              <a:t>ability</a:t>
            </a:r>
            <a:r>
              <a:rPr lang="fr-FR" dirty="0"/>
              <a:t> to </a:t>
            </a:r>
            <a:r>
              <a:rPr lang="fr-FR" dirty="0" err="1"/>
              <a:t>see</a:t>
            </a:r>
            <a:r>
              <a:rPr lang="fr-FR" dirty="0"/>
              <a:t> all the info about participants to a workshop. 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2BC622D-6F3E-BCDA-233D-59C473630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0685" y="295729"/>
            <a:ext cx="838199" cy="767687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D57F1E4F-1CFF-5643-939E-02111984F565}" type="slidenum">
              <a:rPr lang="fr-FR" smtClean="0"/>
              <a:pPr rtl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1865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BDA6C3-9B65-C7FD-2255-2035C8E2A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Triggers to </a:t>
            </a:r>
            <a:r>
              <a:rPr lang="fr-FR" dirty="0" err="1"/>
              <a:t>keep</a:t>
            </a:r>
            <a:r>
              <a:rPr lang="fr-FR" dirty="0"/>
              <a:t> </a:t>
            </a:r>
            <a:r>
              <a:rPr lang="fr-FR" dirty="0" err="1"/>
              <a:t>db</a:t>
            </a:r>
            <a:r>
              <a:rPr lang="fr-FR" dirty="0"/>
              <a:t> </a:t>
            </a:r>
            <a:r>
              <a:rPr lang="fr-FR" dirty="0" err="1"/>
              <a:t>safe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0A0D24-4601-5717-9EC3-0EF6DE395A2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1"/>
            <a:r>
              <a:rPr lang="en-US" dirty="0" err="1"/>
              <a:t>Date_Check</a:t>
            </a:r>
            <a:r>
              <a:rPr lang="en-US" dirty="0"/>
              <a:t>, ad hoc validation condition that checks if a new record has its end date after its start date;</a:t>
            </a:r>
            <a:endParaRPr lang="fr-FR" dirty="0"/>
          </a:p>
          <a:p>
            <a:pPr lvl="1"/>
            <a:r>
              <a:rPr lang="en-US" dirty="0" err="1"/>
              <a:t>Artwork_Check</a:t>
            </a:r>
            <a:r>
              <a:rPr lang="en-US" dirty="0"/>
              <a:t>, a trigger that verifies if a new artwork was created after the artist’s birth year;</a:t>
            </a:r>
            <a:endParaRPr lang="fr-FR" dirty="0"/>
          </a:p>
          <a:p>
            <a:pPr lvl="1"/>
            <a:r>
              <a:rPr lang="en-US" dirty="0" err="1"/>
              <a:t>Fully_Booked</a:t>
            </a:r>
            <a:r>
              <a:rPr lang="en-US" dirty="0"/>
              <a:t>, a trigger preventing a new booking of a workshop if the maximum amount of participants has been reached.</a:t>
            </a:r>
            <a:endParaRPr lang="fr-FR" dirty="0"/>
          </a:p>
        </p:txBody>
      </p:sp>
      <p:pic>
        <p:nvPicPr>
          <p:cNvPr id="7" name="Espace réservé pour une image  6">
            <a:extLst>
              <a:ext uri="{FF2B5EF4-FFF2-40B4-BE49-F238E27FC236}">
                <a16:creationId xmlns:a16="http://schemas.microsoft.com/office/drawing/2014/main" id="{63DE0230-144B-DA60-6779-9B983978190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21422" r="21422"/>
          <a:stretch/>
        </p:blipFill>
        <p:spPr>
          <a:prstGeom prst="rect">
            <a:avLst/>
          </a:prstGeom>
          <a:ln w="19050">
            <a:solidFill>
              <a:srgbClr val="45A5ED"/>
            </a:solidFill>
          </a:ln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0A2ABD6-D6B1-E819-5139-2D09D061C4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D57F1E4F-1CFF-5643-939E-02111984F565}" type="slidenum">
              <a:rPr lang="fr-FR" smtClean="0"/>
              <a:pPr rtl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04881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F38C3-537D-C7F0-5E8B-DE8793565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Simplified</a:t>
            </a:r>
            <a:r>
              <a:rPr lang="fr-FR" dirty="0"/>
              <a:t> </a:t>
            </a:r>
            <a:r>
              <a:rPr lang="fr-FR" dirty="0" err="1"/>
              <a:t>schema</a:t>
            </a:r>
            <a:r>
              <a:rPr lang="fr-FR" dirty="0"/>
              <a:t> of app architecture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B8029E-966A-5736-15B0-CF23EB09B2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D57F1E4F-1CFF-5643-939E-02111984F565}" type="slidenum">
              <a:rPr lang="fr-FR" smtClean="0"/>
              <a:pPr rtl="0"/>
              <a:t>9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209BAF6-33CC-4723-B51C-02BA1D79E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8949" y="295728"/>
            <a:ext cx="2330205" cy="621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308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731FB-B9D4-9D4C-758E-195EC108D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84C928-5AE5-3F6E-91DA-BC613E2B9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6" y="1063416"/>
            <a:ext cx="6742629" cy="4675705"/>
          </a:xfrm>
        </p:spPr>
        <p:txBody>
          <a:bodyPr rtlCol="0" anchor="ctr"/>
          <a:lstStyle>
            <a:defPPr>
              <a:defRPr lang="fr-FR"/>
            </a:defPPr>
          </a:lstStyle>
          <a:p>
            <a:pPr rtl="0"/>
            <a:r>
              <a:rPr lang="fr-FR" dirty="0"/>
              <a:t>Challenges and </a:t>
            </a:r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improvements</a:t>
            </a:r>
            <a:endParaRPr lang="fr-FR" dirty="0"/>
          </a:p>
        </p:txBody>
      </p:sp>
      <p:pic>
        <p:nvPicPr>
          <p:cNvPr id="56" name="Espace réservé d’image 55" descr="Personne regardant vers le bas un ordinateur">
            <a:extLst>
              <a:ext uri="{FF2B5EF4-FFF2-40B4-BE49-F238E27FC236}">
                <a16:creationId xmlns:a16="http://schemas.microsoft.com/office/drawing/2014/main" id="{AC86C52E-2997-8882-CC7A-3BD0D5092EF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36103" y="305457"/>
            <a:ext cx="2847975" cy="6236208"/>
          </a:xfr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8EE4C7-1D2B-05D3-4B70-7D83602025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0685" y="295729"/>
            <a:ext cx="838199" cy="767687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D57F1E4F-1CFF-5643-939E-02111984F565}" type="slidenum">
              <a:rPr lang="fr-FR" smtClean="0"/>
              <a:pPr rtl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63102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DA6429-C551-525A-94CB-5C6450E9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Learning on the </a:t>
            </a:r>
            <a:r>
              <a:rPr lang="fr-FR" dirty="0" err="1"/>
              <a:t>counter</a:t>
            </a:r>
            <a:r>
              <a:rPr lang="fr-FR" dirty="0"/>
              <a:t> a new Stack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B379C9-69DD-5DF9-236F-63CA65F7D66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fr-FR" dirty="0" err="1"/>
              <a:t>Before</a:t>
            </a:r>
            <a:r>
              <a:rPr lang="fr-FR" dirty="0"/>
              <a:t>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project</a:t>
            </a:r>
            <a:r>
              <a:rPr lang="fr-FR" dirty="0"/>
              <a:t>,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weren’t</a:t>
            </a:r>
            <a:r>
              <a:rPr lang="fr-FR" dirty="0"/>
              <a:t> </a:t>
            </a:r>
            <a:r>
              <a:rPr lang="fr-FR" dirty="0" err="1"/>
              <a:t>familiar</a:t>
            </a:r>
            <a:r>
              <a:rPr lang="fr-FR" dirty="0"/>
              <a:t> at all </a:t>
            </a:r>
            <a:r>
              <a:rPr lang="fr-FR" dirty="0" err="1"/>
              <a:t>with</a:t>
            </a:r>
            <a:r>
              <a:rPr lang="fr-FR" dirty="0"/>
              <a:t> JDBC, </a:t>
            </a:r>
            <a:r>
              <a:rPr lang="fr-FR" dirty="0" err="1"/>
              <a:t>outside</a:t>
            </a:r>
            <a:r>
              <a:rPr lang="fr-FR" dirty="0"/>
              <a:t> of </a:t>
            </a:r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attempts</a:t>
            </a:r>
            <a:r>
              <a:rPr lang="fr-FR" dirty="0"/>
              <a:t> in one of the TP sessions.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had</a:t>
            </a:r>
            <a:r>
              <a:rPr lang="fr-FR" dirty="0"/>
              <a:t> to figure out a bit on </a:t>
            </a:r>
            <a:r>
              <a:rPr lang="fr-FR" dirty="0" err="1"/>
              <a:t>ourselves</a:t>
            </a:r>
            <a:r>
              <a:rPr lang="fr-FR" dirty="0"/>
              <a:t> how the </a:t>
            </a:r>
            <a:r>
              <a:rPr lang="fr-FR" dirty="0" err="1"/>
              <a:t>different</a:t>
            </a:r>
            <a:r>
              <a:rPr lang="fr-FR" dirty="0"/>
              <a:t> java </a:t>
            </a:r>
            <a:r>
              <a:rPr lang="fr-FR" dirty="0" err="1"/>
              <a:t>dependencies</a:t>
            </a:r>
            <a:r>
              <a:rPr lang="fr-FR" dirty="0"/>
              <a:t> </a:t>
            </a:r>
            <a:r>
              <a:rPr lang="fr-FR" dirty="0" err="1"/>
              <a:t>worked</a:t>
            </a:r>
            <a:r>
              <a:rPr lang="fr-FR" dirty="0"/>
              <a:t>, to </a:t>
            </a:r>
            <a:r>
              <a:rPr lang="fr-FR" dirty="0" err="1"/>
              <a:t>make</a:t>
            </a:r>
            <a:r>
              <a:rPr lang="fr-FR" dirty="0"/>
              <a:t> sure at first </a:t>
            </a:r>
            <a:r>
              <a:rPr lang="fr-FR" dirty="0" err="1"/>
              <a:t>that</a:t>
            </a:r>
            <a:r>
              <a:rPr lang="fr-FR" dirty="0"/>
              <a:t> the </a:t>
            </a:r>
            <a:r>
              <a:rPr lang="fr-FR" dirty="0" err="1"/>
              <a:t>given</a:t>
            </a:r>
            <a:r>
              <a:rPr lang="fr-FR" dirty="0"/>
              <a:t> </a:t>
            </a:r>
            <a:r>
              <a:rPr lang="fr-FR" dirty="0" err="1"/>
              <a:t>template</a:t>
            </a:r>
            <a:r>
              <a:rPr lang="fr-FR" dirty="0"/>
              <a:t> </a:t>
            </a:r>
            <a:r>
              <a:rPr lang="fr-FR" dirty="0" err="1"/>
              <a:t>worked</a:t>
            </a:r>
            <a:r>
              <a:rPr lang="fr-FR" dirty="0"/>
              <a:t> </a:t>
            </a:r>
            <a:r>
              <a:rPr lang="fr-FR" dirty="0" err="1"/>
              <a:t>correctly</a:t>
            </a:r>
            <a:r>
              <a:rPr lang="fr-FR" dirty="0"/>
              <a:t> once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implemented</a:t>
            </a:r>
            <a:r>
              <a:rPr lang="fr-FR" dirty="0"/>
              <a:t> the DAO interfaces.</a:t>
            </a:r>
          </a:p>
          <a:p>
            <a:r>
              <a:rPr lang="fr-FR" dirty="0" err="1"/>
              <a:t>Having</a:t>
            </a:r>
            <a:r>
              <a:rPr lang="fr-FR" dirty="0"/>
              <a:t> </a:t>
            </a:r>
            <a:r>
              <a:rPr lang="fr-FR" dirty="0" err="1"/>
              <a:t>never</a:t>
            </a:r>
            <a:r>
              <a:rPr lang="fr-FR" dirty="0"/>
              <a:t> </a:t>
            </a:r>
            <a:r>
              <a:rPr lang="fr-FR" dirty="0" err="1"/>
              <a:t>developed</a:t>
            </a:r>
            <a:r>
              <a:rPr lang="fr-FR" dirty="0"/>
              <a:t> Java Software Interfaces </a:t>
            </a:r>
            <a:r>
              <a:rPr lang="fr-FR" dirty="0" err="1"/>
              <a:t>before</a:t>
            </a:r>
            <a:r>
              <a:rPr lang="fr-FR" dirty="0"/>
              <a:t>,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a challenge to </a:t>
            </a:r>
            <a:r>
              <a:rPr lang="fr-FR" dirty="0" err="1"/>
              <a:t>develop</a:t>
            </a:r>
            <a:r>
              <a:rPr lang="fr-FR" dirty="0"/>
              <a:t> </a:t>
            </a:r>
            <a:r>
              <a:rPr lang="fr-FR" dirty="0" err="1"/>
              <a:t>things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are </a:t>
            </a:r>
            <a:r>
              <a:rPr lang="fr-FR" dirty="0" err="1"/>
              <a:t>working</a:t>
            </a:r>
            <a:r>
              <a:rPr lang="fr-FR" dirty="0"/>
              <a:t>, </a:t>
            </a:r>
            <a:r>
              <a:rPr lang="fr-FR" dirty="0" err="1"/>
              <a:t>without</a:t>
            </a:r>
            <a:r>
              <a:rPr lang="fr-FR" dirty="0"/>
              <a:t> </a:t>
            </a:r>
            <a:r>
              <a:rPr lang="fr-FR" dirty="0" err="1"/>
              <a:t>messing</a:t>
            </a:r>
            <a:r>
              <a:rPr lang="fr-FR" dirty="0"/>
              <a:t> the original program. This </a:t>
            </a:r>
            <a:r>
              <a:rPr lang="fr-FR" dirty="0" err="1"/>
              <a:t>needed</a:t>
            </a:r>
            <a:r>
              <a:rPr lang="fr-FR" dirty="0"/>
              <a:t> </a:t>
            </a:r>
            <a:r>
              <a:rPr lang="fr-FR" dirty="0" err="1"/>
              <a:t>hours</a:t>
            </a:r>
            <a:r>
              <a:rPr lang="fr-FR" dirty="0"/>
              <a:t> of </a:t>
            </a:r>
            <a:r>
              <a:rPr lang="fr-FR" dirty="0" err="1"/>
              <a:t>debugging</a:t>
            </a:r>
            <a:r>
              <a:rPr lang="fr-FR" dirty="0"/>
              <a:t>, </a:t>
            </a:r>
            <a:r>
              <a:rPr lang="fr-FR" dirty="0" err="1"/>
              <a:t>research</a:t>
            </a:r>
            <a:r>
              <a:rPr lang="fr-FR" dirty="0"/>
              <a:t> and </a:t>
            </a:r>
            <a:r>
              <a:rPr lang="fr-FR" dirty="0" err="1"/>
              <a:t>some</a:t>
            </a:r>
            <a:r>
              <a:rPr lang="fr-FR" dirty="0"/>
              <a:t> LLM help to figure out the </a:t>
            </a:r>
            <a:r>
              <a:rPr lang="fr-FR" dirty="0" err="1"/>
              <a:t>problematic</a:t>
            </a:r>
            <a:r>
              <a:rPr lang="fr-FR" dirty="0"/>
              <a:t> points </a:t>
            </a:r>
            <a:r>
              <a:rPr lang="fr-FR" dirty="0" err="1"/>
              <a:t>sometime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99E834E-7DEF-D8D4-D610-E48F6791D3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D57F1E4F-1CFF-5643-939E-02111984F565}" type="slidenum">
              <a:rPr lang="fr-FR" smtClean="0"/>
              <a:pPr rtl="0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59259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ustom 68">
      <a:majorFont>
        <a:latin typeface="Biome"/>
        <a:ea typeface=""/>
        <a:cs typeface=""/>
      </a:majorFont>
      <a:minorFont>
        <a:latin typeface="Century Gothic"/>
        <a:ea typeface=""/>
        <a:cs typeface="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4444066_TF23054198_Win32" id="{AB8F262A-C8E4-4612-863F-22A043A79749}" vid="{95319AF8-574A-44CA-9380-2DE0BA0B264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FAF9574-7A06-4C8D-A3A0-6246119CBA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CFA53FE-7FFB-4B01-8329-4A11334925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B3ADB7-DE74-4AAA-B54E-3DA3F0193F5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Présentation Fission</Template>
  <TotalTime>2007</TotalTime>
  <Words>819</Words>
  <Application>Microsoft Office PowerPoint</Application>
  <PresentationFormat>Grand écran</PresentationFormat>
  <Paragraphs>135</Paragraphs>
  <Slides>11</Slides>
  <Notes>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2" baseType="lpstr">
      <vt:lpstr>Ion</vt:lpstr>
      <vt:lpstr>Artconnect pro</vt:lpstr>
      <vt:lpstr>Program </vt:lpstr>
      <vt:lpstr>Database conception</vt:lpstr>
      <vt:lpstr>A first glance at relationships</vt:lpstr>
      <vt:lpstr>Normalization in LDM</vt:lpstr>
      <vt:lpstr>APP architecture with integrated db objects</vt:lpstr>
      <vt:lpstr>Db improvement overview</vt:lpstr>
      <vt:lpstr>Triggers to keep db safe</vt:lpstr>
      <vt:lpstr>Simplified schema of app architecture</vt:lpstr>
      <vt:lpstr>Challenges and other improvements</vt:lpstr>
      <vt:lpstr>Learning on the counter a new Stack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Raphaël LESTERLIN</dc:creator>
  <cp:lastModifiedBy>Raphaël LESTERLIN</cp:lastModifiedBy>
  <cp:revision>11</cp:revision>
  <dcterms:created xsi:type="dcterms:W3CDTF">2026-05-19T11:06:37Z</dcterms:created>
  <dcterms:modified xsi:type="dcterms:W3CDTF">2026-05-21T02:55:22Z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47e7dfc5-2bf4-4a75-8664-2dc4b3bb1d09_Enabled">
    <vt:lpwstr>true</vt:lpwstr>
  </property>
  <property fmtid="{D5CDD505-2E9C-101B-9397-08002B2CF9AE}" pid="4" name="MSIP_Label_47e7dfc5-2bf4-4a75-8664-2dc4b3bb1d09_SetDate">
    <vt:lpwstr>2026-05-19T11:07:00Z</vt:lpwstr>
  </property>
  <property fmtid="{D5CDD505-2E9C-101B-9397-08002B2CF9AE}" pid="5" name="MSIP_Label_47e7dfc5-2bf4-4a75-8664-2dc4b3bb1d09_Method">
    <vt:lpwstr>Standard</vt:lpwstr>
  </property>
  <property fmtid="{D5CDD505-2E9C-101B-9397-08002B2CF9AE}" pid="6" name="MSIP_Label_47e7dfc5-2bf4-4a75-8664-2dc4b3bb1d09_Name">
    <vt:lpwstr>defa4170-0d19-0005-0004-bc88714345d2</vt:lpwstr>
  </property>
  <property fmtid="{D5CDD505-2E9C-101B-9397-08002B2CF9AE}" pid="7" name="MSIP_Label_47e7dfc5-2bf4-4a75-8664-2dc4b3bb1d09_SiteId">
    <vt:lpwstr>413600cf-bd4e-4c7c-8a61-69e73cddf731</vt:lpwstr>
  </property>
  <property fmtid="{D5CDD505-2E9C-101B-9397-08002B2CF9AE}" pid="8" name="MSIP_Label_47e7dfc5-2bf4-4a75-8664-2dc4b3bb1d09_ActionId">
    <vt:lpwstr>fd91a77b-7cf9-4e39-965f-20c9d8443bd0</vt:lpwstr>
  </property>
  <property fmtid="{D5CDD505-2E9C-101B-9397-08002B2CF9AE}" pid="9" name="MSIP_Label_47e7dfc5-2bf4-4a75-8664-2dc4b3bb1d09_ContentBits">
    <vt:lpwstr>0</vt:lpwstr>
  </property>
  <property fmtid="{D5CDD505-2E9C-101B-9397-08002B2CF9AE}" pid="10" name="MSIP_Label_47e7dfc5-2bf4-4a75-8664-2dc4b3bb1d09_Tag">
    <vt:lpwstr>10, 3, 0, 1</vt:lpwstr>
  </property>
</Properties>
</file>